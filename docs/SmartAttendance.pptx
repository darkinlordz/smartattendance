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8" r:id="rId4"/>
  </p:sldMasterIdLst>
  <p:notesMasterIdLst>
    <p:notesMasterId r:id="rId5"/>
  </p:notesMasterIdLst>
  <p:sldIdLst>
    <p:sldId id="256" r:id="rId6"/>
    <p:sldId id="257" r:id="rId7"/>
    <p:sldId id="258" r:id="rId8"/>
    <p:sldId id="259" r:id="rId9"/>
    <p:sldId id="260" r:id="rId10"/>
    <p:sldId id="261" r:id="rId11"/>
    <p:sldId id="262" r:id="rId12"/>
  </p:sldIdLst>
  <p:sldSz cy="5143500" cx="9144000"/>
  <p:notesSz cx="6858000" cy="9144000"/>
  <p:embeddedFontLst>
    <p:embeddedFont>
      <p:font typeface="Montserrat"/>
      <p:regular r:id="rId13"/>
      <p:bold r:id="rId14"/>
      <p:italic r:id="rId15"/>
      <p:boldItalic r:id="rId16"/>
    </p:embeddedFont>
    <p:embeddedFont>
      <p:font typeface="Vidaloka"/>
      <p:regular r:id="rId17"/>
    </p:embeddedFont>
    <p:embeddedFont>
      <p:font typeface="Quattrocento Sans"/>
      <p:regular r:id="rId18"/>
      <p:bold r:id="rId19"/>
      <p:italic r:id="rId20"/>
      <p:boldItalic r:id="rId2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pos="2880">
          <p15:clr>
            <a:srgbClr val="000000"/>
          </p15:clr>
        </p15:guide>
        <p15:guide id="2" orient="horz" pos="162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0"/>
        <p:guide pos="1620"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font" Target="fonts/QuattrocentoSans-italic.fntdata"/><Relationship Id="rId11" Type="http://schemas.openxmlformats.org/officeDocument/2006/relationships/slide" Target="slides/slide6.xml"/><Relationship Id="rId10" Type="http://schemas.openxmlformats.org/officeDocument/2006/relationships/slide" Target="slides/slide5.xml"/><Relationship Id="rId21" Type="http://schemas.openxmlformats.org/officeDocument/2006/relationships/font" Target="fonts/QuattrocentoSans-boldItalic.fntdata"/><Relationship Id="rId13" Type="http://schemas.openxmlformats.org/officeDocument/2006/relationships/font" Target="fonts/Montserrat-regular.fntdata"/><Relationship Id="rId12" Type="http://schemas.openxmlformats.org/officeDocument/2006/relationships/slide" Target="slides/slide7.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font" Target="fonts/Montserrat-italic.fntdata"/><Relationship Id="rId14" Type="http://schemas.openxmlformats.org/officeDocument/2006/relationships/font" Target="fonts/Montserrat-bold.fntdata"/><Relationship Id="rId17" Type="http://schemas.openxmlformats.org/officeDocument/2006/relationships/font" Target="fonts/Vidaloka-regular.fntdata"/><Relationship Id="rId16" Type="http://schemas.openxmlformats.org/officeDocument/2006/relationships/font" Target="fonts/Montserrat-boldItalic.fntdata"/><Relationship Id="rId5" Type="http://schemas.openxmlformats.org/officeDocument/2006/relationships/notesMaster" Target="notesMasters/notesMaster1.xml"/><Relationship Id="rId19" Type="http://schemas.openxmlformats.org/officeDocument/2006/relationships/font" Target="fonts/QuattrocentoSans-bold.fntdata"/><Relationship Id="rId6" Type="http://schemas.openxmlformats.org/officeDocument/2006/relationships/slide" Target="slides/slide1.xml"/><Relationship Id="rId18" Type="http://schemas.openxmlformats.org/officeDocument/2006/relationships/font" Target="fonts/QuattrocentoSans-regular.fntdata"/><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p1: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1" name="Google Shape;61;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p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6" name="Google Shape;66;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 name="Shape 73"/>
        <p:cNvGrpSpPr/>
        <p:nvPr/>
      </p:nvGrpSpPr>
      <p:grpSpPr>
        <a:xfrm>
          <a:off x="0" y="0"/>
          <a:ext cx="0" cy="0"/>
          <a:chOff x="0" y="0"/>
          <a:chExt cx="0" cy="0"/>
        </a:xfrm>
      </p:grpSpPr>
      <p:sp>
        <p:nvSpPr>
          <p:cNvPr id="74" name="Google Shape;74;p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5" name="Google Shape;75;p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 name="Shape 81"/>
        <p:cNvGrpSpPr/>
        <p:nvPr/>
      </p:nvGrpSpPr>
      <p:grpSpPr>
        <a:xfrm>
          <a:off x="0" y="0"/>
          <a:ext cx="0" cy="0"/>
          <a:chOff x="0" y="0"/>
          <a:chExt cx="0" cy="0"/>
        </a:xfrm>
      </p:grpSpPr>
      <p:sp>
        <p:nvSpPr>
          <p:cNvPr id="82" name="Google Shape;82;p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3" name="Google Shape;83;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p5: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91" name="Google Shape;91;p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28600" lvl="0" marL="457200" rtl="0" algn="l">
              <a:lnSpc>
                <a:spcPct val="100000"/>
              </a:lnSpc>
              <a:spcBef>
                <a:spcPts val="0"/>
              </a:spcBef>
              <a:spcAft>
                <a:spcPts val="0"/>
              </a:spcAft>
              <a:buSzPts val="1100"/>
              <a:buNone/>
            </a:pPr>
            <a:r>
              <a:t/>
            </a:r>
            <a:endParaRPr/>
          </a:p>
        </p:txBody>
      </p:sp>
      <p:sp>
        <p:nvSpPr>
          <p:cNvPr id="92" name="Google Shape;92;p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400"/>
              <a:buFont typeface="Arial"/>
              <a:buNone/>
            </a:pPr>
            <a:fld id="{00000000-1234-1234-1234-123412341234}" type="slidenum">
              <a:rPr b="0" i="0" lang="az-Latn-AZ"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p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02" name="Google Shape;102;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228600" lvl="0" marL="457200" rtl="0" algn="l">
              <a:lnSpc>
                <a:spcPct val="100000"/>
              </a:lnSpc>
              <a:spcBef>
                <a:spcPts val="0"/>
              </a:spcBef>
              <a:spcAft>
                <a:spcPts val="0"/>
              </a:spcAft>
              <a:buSzPts val="1100"/>
              <a:buNone/>
            </a:pPr>
            <a:r>
              <a:t/>
            </a:r>
            <a:endParaRPr/>
          </a:p>
        </p:txBody>
      </p:sp>
      <p:sp>
        <p:nvSpPr>
          <p:cNvPr id="103" name="Google Shape;103;p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400"/>
              <a:buFont typeface="Arial"/>
              <a:buNone/>
            </a:pPr>
            <a:fld id="{00000000-1234-1234-1234-123412341234}" type="slidenum">
              <a:rPr b="0" i="0" lang="az-Latn-AZ"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p7:notes"/>
          <p:cNvSpPr/>
          <p:nvPr>
            <p:ph idx="2" type="sldImg"/>
          </p:nvPr>
        </p:nvSpPr>
        <p:spPr>
          <a:xfrm>
            <a:off x="381299"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10" name="Google Shape;110;p7:notes"/>
          <p:cNvSpPr txBox="1"/>
          <p:nvPr>
            <p:ph idx="1" type="body"/>
          </p:nvPr>
        </p:nvSpPr>
        <p:spPr>
          <a:xfrm>
            <a:off x="685800" y="4343400"/>
            <a:ext cx="5486400" cy="4114800"/>
          </a:xfrm>
          <a:prstGeom prst="rect">
            <a:avLst/>
          </a:prstGeom>
          <a:noFill/>
          <a:ln>
            <a:noFill/>
          </a:ln>
        </p:spPr>
        <p:txBody>
          <a:bodyPr anchorCtr="0" anchor="t" bIns="91400" lIns="91400" spcFirstLastPara="1" rIns="91400" wrap="square" tIns="91400">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8" name="Shape 8"/>
        <p:cNvGrpSpPr/>
        <p:nvPr/>
      </p:nvGrpSpPr>
      <p:grpSpPr>
        <a:xfrm>
          <a:off x="0" y="0"/>
          <a:ext cx="0" cy="0"/>
          <a:chOff x="0" y="0"/>
          <a:chExt cx="0" cy="0"/>
        </a:xfrm>
      </p:grpSpPr>
      <p:sp>
        <p:nvSpPr>
          <p:cNvPr id="9" name="Google Shape;9;p2"/>
          <p:cNvSpPr txBox="1"/>
          <p:nvPr>
            <p:ph type="ctrTitle"/>
          </p:nvPr>
        </p:nvSpPr>
        <p:spPr>
          <a:xfrm>
            <a:off x="1039975" y="1324500"/>
            <a:ext cx="7064100" cy="2052600"/>
          </a:xfrm>
          <a:prstGeom prst="rect">
            <a:avLst/>
          </a:prstGeom>
          <a:noFill/>
          <a:ln>
            <a:noFill/>
          </a:ln>
        </p:spPr>
        <p:txBody>
          <a:bodyPr anchorCtr="0" anchor="b" bIns="91425" lIns="91425" spcFirstLastPara="1" rIns="91425" wrap="square" tIns="91425">
            <a:noAutofit/>
          </a:bodyPr>
          <a:lstStyle>
            <a:lvl1pPr lvl="0" algn="ctr">
              <a:lnSpc>
                <a:spcPct val="100000"/>
              </a:lnSpc>
              <a:spcBef>
                <a:spcPts val="0"/>
              </a:spcBef>
              <a:spcAft>
                <a:spcPts val="0"/>
              </a:spcAft>
              <a:buSzPts val="5200"/>
              <a:buNone/>
              <a:defRPr sz="65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10" name="Google Shape;10;p2"/>
          <p:cNvSpPr txBox="1"/>
          <p:nvPr>
            <p:ph idx="1" type="subTitle"/>
          </p:nvPr>
        </p:nvSpPr>
        <p:spPr>
          <a:xfrm>
            <a:off x="1040000" y="3377100"/>
            <a:ext cx="7064100" cy="441900"/>
          </a:xfrm>
          <a:prstGeom prst="rect">
            <a:avLst/>
          </a:prstGeom>
          <a:noFill/>
          <a:ln>
            <a:noFill/>
          </a:ln>
        </p:spPr>
        <p:txBody>
          <a:bodyPr anchorCtr="0" anchor="b" bIns="91425" lIns="91425" spcFirstLastPara="1" rIns="91425" wrap="square" tIns="91425">
            <a:noAutofit/>
          </a:bodyPr>
          <a:lstStyle>
            <a:lvl1pPr lvl="0" algn="ctr">
              <a:lnSpc>
                <a:spcPct val="100000"/>
              </a:lnSpc>
              <a:spcBef>
                <a:spcPts val="0"/>
              </a:spcBef>
              <a:spcAft>
                <a:spcPts val="0"/>
              </a:spcAft>
              <a:buSzPts val="2800"/>
              <a:buNone/>
              <a:defRPr sz="16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cxnSp>
        <p:nvCxnSpPr>
          <p:cNvPr id="11" name="Google Shape;11;p2"/>
          <p:cNvCxnSpPr/>
          <p:nvPr/>
        </p:nvCxnSpPr>
        <p:spPr>
          <a:xfrm>
            <a:off x="-72550" y="274100"/>
            <a:ext cx="9287400" cy="0"/>
          </a:xfrm>
          <a:prstGeom prst="straightConnector1">
            <a:avLst/>
          </a:prstGeom>
          <a:noFill/>
          <a:ln cap="flat" cmpd="sng" w="28575">
            <a:solidFill>
              <a:schemeClr val="accent1"/>
            </a:solidFill>
            <a:prstDash val="solid"/>
            <a:round/>
            <a:headEnd len="sm" w="sm" type="none"/>
            <a:tailEnd len="sm" w="sm" type="none"/>
          </a:ln>
        </p:spPr>
      </p:cxnSp>
      <p:cxnSp>
        <p:nvCxnSpPr>
          <p:cNvPr id="12" name="Google Shape;12;p2"/>
          <p:cNvCxnSpPr/>
          <p:nvPr/>
        </p:nvCxnSpPr>
        <p:spPr>
          <a:xfrm flipH="1">
            <a:off x="-257975" y="-72550"/>
            <a:ext cx="3047400" cy="1346400"/>
          </a:xfrm>
          <a:prstGeom prst="curvedConnector3">
            <a:avLst>
              <a:gd fmla="val 50000" name="adj1"/>
            </a:avLst>
          </a:prstGeom>
          <a:noFill/>
          <a:ln cap="flat" cmpd="sng" w="28575">
            <a:solidFill>
              <a:schemeClr val="accent2"/>
            </a:solidFill>
            <a:prstDash val="solid"/>
            <a:round/>
            <a:headEnd len="sm" w="sm" type="none"/>
            <a:tailEnd len="sm" w="sm" type="none"/>
          </a:ln>
        </p:spPr>
      </p:cxnSp>
      <p:cxnSp>
        <p:nvCxnSpPr>
          <p:cNvPr id="13" name="Google Shape;13;p2"/>
          <p:cNvCxnSpPr/>
          <p:nvPr/>
        </p:nvCxnSpPr>
        <p:spPr>
          <a:xfrm>
            <a:off x="-72550" y="4877450"/>
            <a:ext cx="9287400" cy="0"/>
          </a:xfrm>
          <a:prstGeom prst="straightConnector1">
            <a:avLst/>
          </a:prstGeom>
          <a:noFill/>
          <a:ln cap="flat" cmpd="sng" w="28575">
            <a:solidFill>
              <a:schemeClr val="accent1"/>
            </a:solidFill>
            <a:prstDash val="solid"/>
            <a:round/>
            <a:headEnd len="sm" w="sm" type="none"/>
            <a:tailEnd len="sm" w="sm" type="none"/>
          </a:ln>
        </p:spPr>
      </p:cxnSp>
      <p:cxnSp>
        <p:nvCxnSpPr>
          <p:cNvPr id="14" name="Google Shape;14;p2"/>
          <p:cNvCxnSpPr/>
          <p:nvPr/>
        </p:nvCxnSpPr>
        <p:spPr>
          <a:xfrm flipH="1">
            <a:off x="6467450" y="3935375"/>
            <a:ext cx="3047400" cy="1346400"/>
          </a:xfrm>
          <a:prstGeom prst="curvedConnector3">
            <a:avLst>
              <a:gd fmla="val 50000" name="adj1"/>
            </a:avLst>
          </a:prstGeom>
          <a:noFill/>
          <a:ln cap="flat" cmpd="sng" w="28575">
            <a:solidFill>
              <a:schemeClr val="accent2"/>
            </a:solidFill>
            <a:prstDash val="solid"/>
            <a:round/>
            <a:headEnd len="sm" w="sm" type="none"/>
            <a:tailEnd len="sm" w="sm" type="none"/>
          </a:ln>
        </p:spPr>
      </p:cxn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1">
  <p:cSld name="SECTION_TITLE_AND_DESCRIPTION_1">
    <p:spTree>
      <p:nvGrpSpPr>
        <p:cNvPr id="15" name="Shape 15"/>
        <p:cNvGrpSpPr/>
        <p:nvPr/>
      </p:nvGrpSpPr>
      <p:grpSpPr>
        <a:xfrm>
          <a:off x="0" y="0"/>
          <a:ext cx="0" cy="0"/>
          <a:chOff x="0" y="0"/>
          <a:chExt cx="0" cy="0"/>
        </a:xfrm>
      </p:grpSpPr>
      <p:sp>
        <p:nvSpPr>
          <p:cNvPr id="16" name="Google Shape;16;p3"/>
          <p:cNvSpPr txBox="1"/>
          <p:nvPr>
            <p:ph idx="1" type="subTitle"/>
          </p:nvPr>
        </p:nvSpPr>
        <p:spPr>
          <a:xfrm>
            <a:off x="895950" y="1682000"/>
            <a:ext cx="3847199" cy="2379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1"/>
              </a:buClr>
              <a:buSzPts val="1400"/>
              <a:buChar char="●"/>
              <a:defRPr sz="1400"/>
            </a:lvl1pPr>
            <a:lvl2pPr lvl="1" algn="ctr">
              <a:lnSpc>
                <a:spcPct val="114999"/>
              </a:lnSpc>
              <a:spcBef>
                <a:spcPts val="0"/>
              </a:spcBef>
              <a:spcAft>
                <a:spcPts val="0"/>
              </a:spcAft>
              <a:buSzPts val="1400"/>
              <a:buChar char="○"/>
              <a:defRPr/>
            </a:lvl2pPr>
            <a:lvl3pPr lvl="2" algn="ctr">
              <a:lnSpc>
                <a:spcPct val="114999"/>
              </a:lnSpc>
              <a:spcBef>
                <a:spcPts val="0"/>
              </a:spcBef>
              <a:spcAft>
                <a:spcPts val="0"/>
              </a:spcAft>
              <a:buSzPts val="1400"/>
              <a:buChar char="■"/>
              <a:defRPr/>
            </a:lvl3pPr>
            <a:lvl4pPr lvl="3" algn="ctr">
              <a:lnSpc>
                <a:spcPct val="114999"/>
              </a:lnSpc>
              <a:spcBef>
                <a:spcPts val="0"/>
              </a:spcBef>
              <a:spcAft>
                <a:spcPts val="0"/>
              </a:spcAft>
              <a:buSzPts val="1400"/>
              <a:buChar char="●"/>
              <a:defRPr/>
            </a:lvl4pPr>
            <a:lvl5pPr lvl="4" algn="ctr">
              <a:lnSpc>
                <a:spcPct val="114999"/>
              </a:lnSpc>
              <a:spcBef>
                <a:spcPts val="0"/>
              </a:spcBef>
              <a:spcAft>
                <a:spcPts val="0"/>
              </a:spcAft>
              <a:buSzPts val="1400"/>
              <a:buChar char="○"/>
              <a:defRPr/>
            </a:lvl5pPr>
            <a:lvl6pPr lvl="5" algn="ctr">
              <a:lnSpc>
                <a:spcPct val="114999"/>
              </a:lnSpc>
              <a:spcBef>
                <a:spcPts val="0"/>
              </a:spcBef>
              <a:spcAft>
                <a:spcPts val="0"/>
              </a:spcAft>
              <a:buSzPts val="1400"/>
              <a:buChar char="■"/>
              <a:defRPr/>
            </a:lvl6pPr>
            <a:lvl7pPr lvl="6" algn="ctr">
              <a:lnSpc>
                <a:spcPct val="114999"/>
              </a:lnSpc>
              <a:spcBef>
                <a:spcPts val="0"/>
              </a:spcBef>
              <a:spcAft>
                <a:spcPts val="0"/>
              </a:spcAft>
              <a:buSzPts val="1400"/>
              <a:buChar char="●"/>
              <a:defRPr/>
            </a:lvl7pPr>
            <a:lvl8pPr lvl="7" algn="ctr">
              <a:lnSpc>
                <a:spcPct val="114999"/>
              </a:lnSpc>
              <a:spcBef>
                <a:spcPts val="0"/>
              </a:spcBef>
              <a:spcAft>
                <a:spcPts val="0"/>
              </a:spcAft>
              <a:buSzPts val="1400"/>
              <a:buChar char="○"/>
              <a:defRPr/>
            </a:lvl8pPr>
            <a:lvl9pPr lvl="8" algn="ctr">
              <a:lnSpc>
                <a:spcPct val="114999"/>
              </a:lnSpc>
              <a:spcBef>
                <a:spcPts val="0"/>
              </a:spcBef>
              <a:spcAft>
                <a:spcPts val="0"/>
              </a:spcAft>
              <a:buSzPts val="1400"/>
              <a:buChar char="■"/>
              <a:defRPr/>
            </a:lvl9pPr>
          </a:lstStyle>
          <a:p/>
        </p:txBody>
      </p:sp>
      <p:sp>
        <p:nvSpPr>
          <p:cNvPr id="17" name="Google Shape;17;p3"/>
          <p:cNvSpPr txBox="1"/>
          <p:nvPr>
            <p:ph type="title"/>
          </p:nvPr>
        </p:nvSpPr>
        <p:spPr>
          <a:xfrm>
            <a:off x="713225" y="445025"/>
            <a:ext cx="5679900" cy="5727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cxnSp>
        <p:nvCxnSpPr>
          <p:cNvPr id="18" name="Google Shape;18;p3"/>
          <p:cNvCxnSpPr/>
          <p:nvPr/>
        </p:nvCxnSpPr>
        <p:spPr>
          <a:xfrm>
            <a:off x="-72550" y="274100"/>
            <a:ext cx="9287400" cy="0"/>
          </a:xfrm>
          <a:prstGeom prst="straightConnector1">
            <a:avLst/>
          </a:prstGeom>
          <a:noFill/>
          <a:ln cap="flat" cmpd="sng" w="28575">
            <a:solidFill>
              <a:schemeClr val="accent1"/>
            </a:solidFill>
            <a:prstDash val="solid"/>
            <a:round/>
            <a:headEnd len="sm" w="sm" type="none"/>
            <a:tailEnd len="sm" w="sm" type="none"/>
          </a:ln>
        </p:spPr>
      </p:cxnSp>
      <p:cxnSp>
        <p:nvCxnSpPr>
          <p:cNvPr id="19" name="Google Shape;19;p3"/>
          <p:cNvCxnSpPr/>
          <p:nvPr/>
        </p:nvCxnSpPr>
        <p:spPr>
          <a:xfrm>
            <a:off x="-72550" y="4877450"/>
            <a:ext cx="9287400" cy="0"/>
          </a:xfrm>
          <a:prstGeom prst="straightConnector1">
            <a:avLst/>
          </a:prstGeom>
          <a:noFill/>
          <a:ln cap="flat" cmpd="sng" w="28575">
            <a:solidFill>
              <a:schemeClr val="accent1"/>
            </a:solidFill>
            <a:prstDash val="solid"/>
            <a:round/>
            <a:headEnd len="sm" w="sm" type="none"/>
            <a:tailEnd len="sm" w="sm" type="none"/>
          </a:ln>
        </p:spPr>
      </p:cxnSp>
      <p:cxnSp>
        <p:nvCxnSpPr>
          <p:cNvPr id="20" name="Google Shape;20;p3"/>
          <p:cNvCxnSpPr/>
          <p:nvPr/>
        </p:nvCxnSpPr>
        <p:spPr>
          <a:xfrm flipH="1">
            <a:off x="5925450" y="2797500"/>
            <a:ext cx="3378000" cy="2466900"/>
          </a:xfrm>
          <a:prstGeom prst="curvedConnector3">
            <a:avLst>
              <a:gd fmla="val 50000" name="adj1"/>
            </a:avLst>
          </a:prstGeom>
          <a:noFill/>
          <a:ln cap="flat" cmpd="sng" w="28575">
            <a:solidFill>
              <a:schemeClr val="accent2"/>
            </a:solidFill>
            <a:prstDash val="solid"/>
            <a:round/>
            <a:headEnd len="sm" w="sm" type="none"/>
            <a:tailEnd len="sm" w="sm" type="none"/>
          </a:ln>
        </p:spPr>
      </p:cxn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p:cSld name="CUSTOM_13">
    <p:spTree>
      <p:nvGrpSpPr>
        <p:cNvPr id="21" name="Shape 21"/>
        <p:cNvGrpSpPr/>
        <p:nvPr/>
      </p:nvGrpSpPr>
      <p:grpSpPr>
        <a:xfrm>
          <a:off x="0" y="0"/>
          <a:ext cx="0" cy="0"/>
          <a:chOff x="0" y="0"/>
          <a:chExt cx="0" cy="0"/>
        </a:xfrm>
      </p:grpSpPr>
      <p:sp>
        <p:nvSpPr>
          <p:cNvPr id="22" name="Google Shape;22;p4"/>
          <p:cNvSpPr txBox="1"/>
          <p:nvPr>
            <p:ph idx="1" type="subTitle"/>
          </p:nvPr>
        </p:nvSpPr>
        <p:spPr>
          <a:xfrm>
            <a:off x="2648400" y="1682000"/>
            <a:ext cx="3847199" cy="2379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1"/>
              </a:buClr>
              <a:buSzPts val="1400"/>
              <a:buChar char="●"/>
              <a:defRPr sz="1400"/>
            </a:lvl1pPr>
            <a:lvl2pPr lvl="1" algn="ctr">
              <a:lnSpc>
                <a:spcPct val="114999"/>
              </a:lnSpc>
              <a:spcBef>
                <a:spcPts val="0"/>
              </a:spcBef>
              <a:spcAft>
                <a:spcPts val="0"/>
              </a:spcAft>
              <a:buClr>
                <a:schemeClr val="dk1"/>
              </a:buClr>
              <a:buSzPts val="1400"/>
              <a:buChar char="○"/>
              <a:defRPr/>
            </a:lvl2pPr>
            <a:lvl3pPr lvl="2" algn="ctr">
              <a:lnSpc>
                <a:spcPct val="114999"/>
              </a:lnSpc>
              <a:spcBef>
                <a:spcPts val="0"/>
              </a:spcBef>
              <a:spcAft>
                <a:spcPts val="0"/>
              </a:spcAft>
              <a:buClr>
                <a:schemeClr val="dk1"/>
              </a:buClr>
              <a:buSzPts val="1400"/>
              <a:buChar char="■"/>
              <a:defRPr/>
            </a:lvl3pPr>
            <a:lvl4pPr lvl="3" algn="ctr">
              <a:lnSpc>
                <a:spcPct val="114999"/>
              </a:lnSpc>
              <a:spcBef>
                <a:spcPts val="0"/>
              </a:spcBef>
              <a:spcAft>
                <a:spcPts val="0"/>
              </a:spcAft>
              <a:buClr>
                <a:schemeClr val="dk1"/>
              </a:buClr>
              <a:buSzPts val="1400"/>
              <a:buChar char="●"/>
              <a:defRPr/>
            </a:lvl4pPr>
            <a:lvl5pPr lvl="4" algn="ctr">
              <a:lnSpc>
                <a:spcPct val="114999"/>
              </a:lnSpc>
              <a:spcBef>
                <a:spcPts val="0"/>
              </a:spcBef>
              <a:spcAft>
                <a:spcPts val="0"/>
              </a:spcAft>
              <a:buClr>
                <a:schemeClr val="dk1"/>
              </a:buClr>
              <a:buSzPts val="1400"/>
              <a:buChar char="○"/>
              <a:defRPr/>
            </a:lvl5pPr>
            <a:lvl6pPr lvl="5" algn="ctr">
              <a:lnSpc>
                <a:spcPct val="114999"/>
              </a:lnSpc>
              <a:spcBef>
                <a:spcPts val="0"/>
              </a:spcBef>
              <a:spcAft>
                <a:spcPts val="0"/>
              </a:spcAft>
              <a:buClr>
                <a:schemeClr val="dk1"/>
              </a:buClr>
              <a:buSzPts val="1400"/>
              <a:buChar char="■"/>
              <a:defRPr/>
            </a:lvl6pPr>
            <a:lvl7pPr lvl="6" algn="ctr">
              <a:lnSpc>
                <a:spcPct val="114999"/>
              </a:lnSpc>
              <a:spcBef>
                <a:spcPts val="0"/>
              </a:spcBef>
              <a:spcAft>
                <a:spcPts val="0"/>
              </a:spcAft>
              <a:buClr>
                <a:schemeClr val="dk1"/>
              </a:buClr>
              <a:buSzPts val="1400"/>
              <a:buChar char="●"/>
              <a:defRPr/>
            </a:lvl7pPr>
            <a:lvl8pPr lvl="7" algn="ctr">
              <a:lnSpc>
                <a:spcPct val="114999"/>
              </a:lnSpc>
              <a:spcBef>
                <a:spcPts val="0"/>
              </a:spcBef>
              <a:spcAft>
                <a:spcPts val="0"/>
              </a:spcAft>
              <a:buClr>
                <a:schemeClr val="dk1"/>
              </a:buClr>
              <a:buSzPts val="1400"/>
              <a:buChar char="○"/>
              <a:defRPr/>
            </a:lvl8pPr>
            <a:lvl9pPr lvl="8" algn="ctr">
              <a:lnSpc>
                <a:spcPct val="114999"/>
              </a:lnSpc>
              <a:spcBef>
                <a:spcPts val="0"/>
              </a:spcBef>
              <a:spcAft>
                <a:spcPts val="0"/>
              </a:spcAft>
              <a:buClr>
                <a:schemeClr val="dk1"/>
              </a:buClr>
              <a:buSzPts val="1400"/>
              <a:buChar char="■"/>
              <a:defRPr/>
            </a:lvl9pPr>
          </a:lstStyle>
          <a:p/>
        </p:txBody>
      </p:sp>
      <p:sp>
        <p:nvSpPr>
          <p:cNvPr id="23" name="Google Shape;23;p4"/>
          <p:cNvSpPr txBox="1"/>
          <p:nvPr>
            <p:ph type="title"/>
          </p:nvPr>
        </p:nvSpPr>
        <p:spPr>
          <a:xfrm>
            <a:off x="1732050" y="445025"/>
            <a:ext cx="5679900" cy="5727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3000"/>
              <a:buNone/>
              <a:defRPr/>
            </a:lvl1pPr>
            <a:lvl2pPr lvl="1" algn="ctr">
              <a:lnSpc>
                <a:spcPct val="100000"/>
              </a:lnSpc>
              <a:spcBef>
                <a:spcPts val="0"/>
              </a:spcBef>
              <a:spcAft>
                <a:spcPts val="0"/>
              </a:spcAft>
              <a:buSzPts val="3000"/>
              <a:buNone/>
              <a:defRPr/>
            </a:lvl2pPr>
            <a:lvl3pPr lvl="2" algn="ctr">
              <a:lnSpc>
                <a:spcPct val="100000"/>
              </a:lnSpc>
              <a:spcBef>
                <a:spcPts val="0"/>
              </a:spcBef>
              <a:spcAft>
                <a:spcPts val="0"/>
              </a:spcAft>
              <a:buSzPts val="3000"/>
              <a:buNone/>
              <a:defRPr/>
            </a:lvl3pPr>
            <a:lvl4pPr lvl="3" algn="ctr">
              <a:lnSpc>
                <a:spcPct val="100000"/>
              </a:lnSpc>
              <a:spcBef>
                <a:spcPts val="0"/>
              </a:spcBef>
              <a:spcAft>
                <a:spcPts val="0"/>
              </a:spcAft>
              <a:buSzPts val="3000"/>
              <a:buNone/>
              <a:defRPr/>
            </a:lvl4pPr>
            <a:lvl5pPr lvl="4" algn="ctr">
              <a:lnSpc>
                <a:spcPct val="100000"/>
              </a:lnSpc>
              <a:spcBef>
                <a:spcPts val="0"/>
              </a:spcBef>
              <a:spcAft>
                <a:spcPts val="0"/>
              </a:spcAft>
              <a:buSzPts val="3000"/>
              <a:buNone/>
              <a:defRPr/>
            </a:lvl5pPr>
            <a:lvl6pPr lvl="5" algn="ctr">
              <a:lnSpc>
                <a:spcPct val="100000"/>
              </a:lnSpc>
              <a:spcBef>
                <a:spcPts val="0"/>
              </a:spcBef>
              <a:spcAft>
                <a:spcPts val="0"/>
              </a:spcAft>
              <a:buSzPts val="3000"/>
              <a:buNone/>
              <a:defRPr/>
            </a:lvl6pPr>
            <a:lvl7pPr lvl="6" algn="ctr">
              <a:lnSpc>
                <a:spcPct val="100000"/>
              </a:lnSpc>
              <a:spcBef>
                <a:spcPts val="0"/>
              </a:spcBef>
              <a:spcAft>
                <a:spcPts val="0"/>
              </a:spcAft>
              <a:buSzPts val="3000"/>
              <a:buNone/>
              <a:defRPr/>
            </a:lvl7pPr>
            <a:lvl8pPr lvl="7" algn="ctr">
              <a:lnSpc>
                <a:spcPct val="100000"/>
              </a:lnSpc>
              <a:spcBef>
                <a:spcPts val="0"/>
              </a:spcBef>
              <a:spcAft>
                <a:spcPts val="0"/>
              </a:spcAft>
              <a:buSzPts val="3000"/>
              <a:buNone/>
              <a:defRPr/>
            </a:lvl8pPr>
            <a:lvl9pPr lvl="8" algn="ctr">
              <a:lnSpc>
                <a:spcPct val="100000"/>
              </a:lnSpc>
              <a:spcBef>
                <a:spcPts val="0"/>
              </a:spcBef>
              <a:spcAft>
                <a:spcPts val="0"/>
              </a:spcAft>
              <a:buSzPts val="3000"/>
              <a:buNone/>
              <a:defRPr/>
            </a:lvl9pPr>
          </a:lstStyle>
          <a:p/>
        </p:txBody>
      </p:sp>
      <p:cxnSp>
        <p:nvCxnSpPr>
          <p:cNvPr id="24" name="Google Shape;24;p4"/>
          <p:cNvCxnSpPr/>
          <p:nvPr/>
        </p:nvCxnSpPr>
        <p:spPr>
          <a:xfrm>
            <a:off x="-72550" y="274100"/>
            <a:ext cx="9287400" cy="0"/>
          </a:xfrm>
          <a:prstGeom prst="straightConnector1">
            <a:avLst/>
          </a:prstGeom>
          <a:noFill/>
          <a:ln cap="flat" cmpd="sng" w="28575">
            <a:solidFill>
              <a:schemeClr val="accent1"/>
            </a:solidFill>
            <a:prstDash val="solid"/>
            <a:round/>
            <a:headEnd len="sm" w="sm" type="none"/>
            <a:tailEnd len="sm" w="sm" type="none"/>
          </a:ln>
        </p:spPr>
      </p:cxnSp>
      <p:cxnSp>
        <p:nvCxnSpPr>
          <p:cNvPr id="25" name="Google Shape;25;p4"/>
          <p:cNvCxnSpPr/>
          <p:nvPr/>
        </p:nvCxnSpPr>
        <p:spPr>
          <a:xfrm>
            <a:off x="-72550" y="4877450"/>
            <a:ext cx="9287400" cy="0"/>
          </a:xfrm>
          <a:prstGeom prst="straightConnector1">
            <a:avLst/>
          </a:prstGeom>
          <a:noFill/>
          <a:ln cap="flat" cmpd="sng" w="28575">
            <a:solidFill>
              <a:schemeClr val="accent1"/>
            </a:solidFill>
            <a:prstDash val="solid"/>
            <a:round/>
            <a:headEnd len="sm" w="sm" type="none"/>
            <a:tailEnd len="sm" w="sm" type="none"/>
          </a:ln>
        </p:spPr>
      </p:cxnSp>
      <p:cxnSp>
        <p:nvCxnSpPr>
          <p:cNvPr id="26" name="Google Shape;26;p4"/>
          <p:cNvCxnSpPr/>
          <p:nvPr/>
        </p:nvCxnSpPr>
        <p:spPr>
          <a:xfrm>
            <a:off x="-250225" y="4076450"/>
            <a:ext cx="1926900" cy="1161000"/>
          </a:xfrm>
          <a:prstGeom prst="curvedConnector3">
            <a:avLst>
              <a:gd fmla="val 50000" name="adj1"/>
            </a:avLst>
          </a:prstGeom>
          <a:noFill/>
          <a:ln cap="flat" cmpd="sng" w="28575">
            <a:solidFill>
              <a:schemeClr val="accent2"/>
            </a:solidFill>
            <a:prstDash val="solid"/>
            <a:round/>
            <a:headEnd len="sm" w="sm" type="none"/>
            <a:tailEnd len="sm" w="sm" type="none"/>
          </a:ln>
        </p:spPr>
      </p:cxnSp>
      <p:cxnSp>
        <p:nvCxnSpPr>
          <p:cNvPr id="27" name="Google Shape;27;p4"/>
          <p:cNvCxnSpPr/>
          <p:nvPr/>
        </p:nvCxnSpPr>
        <p:spPr>
          <a:xfrm>
            <a:off x="7441150" y="-48375"/>
            <a:ext cx="1926900" cy="1161000"/>
          </a:xfrm>
          <a:prstGeom prst="curvedConnector3">
            <a:avLst>
              <a:gd fmla="val 50000" name="adj1"/>
            </a:avLst>
          </a:prstGeom>
          <a:noFill/>
          <a:ln cap="flat" cmpd="sng" w="28575">
            <a:solidFill>
              <a:schemeClr val="accent2"/>
            </a:solidFill>
            <a:prstDash val="solid"/>
            <a:round/>
            <a:headEnd len="sm" w="sm" type="none"/>
            <a:tailEnd len="sm" w="sm" type="none"/>
          </a:ln>
        </p:spPr>
      </p:cxn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1">
  <p:cSld name="CUSTOM_3">
    <p:spTree>
      <p:nvGrpSpPr>
        <p:cNvPr id="28" name="Shape 28"/>
        <p:cNvGrpSpPr/>
        <p:nvPr/>
      </p:nvGrpSpPr>
      <p:grpSpPr>
        <a:xfrm>
          <a:off x="0" y="0"/>
          <a:ext cx="0" cy="0"/>
          <a:chOff x="0" y="0"/>
          <a:chExt cx="0" cy="0"/>
        </a:xfrm>
      </p:grpSpPr>
      <p:sp>
        <p:nvSpPr>
          <p:cNvPr id="29" name="Google Shape;29;p5"/>
          <p:cNvSpPr txBox="1"/>
          <p:nvPr>
            <p:ph type="title"/>
          </p:nvPr>
        </p:nvSpPr>
        <p:spPr>
          <a:xfrm>
            <a:off x="845550" y="1482825"/>
            <a:ext cx="7452900" cy="12912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9000"/>
              <a:buNone/>
              <a:defRPr sz="7000"/>
            </a:lvl1pPr>
            <a:lvl2pPr lvl="1" algn="ctr">
              <a:lnSpc>
                <a:spcPct val="100000"/>
              </a:lnSpc>
              <a:spcBef>
                <a:spcPts val="0"/>
              </a:spcBef>
              <a:spcAft>
                <a:spcPts val="0"/>
              </a:spcAft>
              <a:buSzPts val="9000"/>
              <a:buNone/>
              <a:defRPr sz="9000"/>
            </a:lvl2pPr>
            <a:lvl3pPr lvl="2" algn="ctr">
              <a:lnSpc>
                <a:spcPct val="100000"/>
              </a:lnSpc>
              <a:spcBef>
                <a:spcPts val="0"/>
              </a:spcBef>
              <a:spcAft>
                <a:spcPts val="0"/>
              </a:spcAft>
              <a:buSzPts val="9000"/>
              <a:buNone/>
              <a:defRPr sz="9000"/>
            </a:lvl3pPr>
            <a:lvl4pPr lvl="3" algn="ctr">
              <a:lnSpc>
                <a:spcPct val="100000"/>
              </a:lnSpc>
              <a:spcBef>
                <a:spcPts val="0"/>
              </a:spcBef>
              <a:spcAft>
                <a:spcPts val="0"/>
              </a:spcAft>
              <a:buSzPts val="9000"/>
              <a:buNone/>
              <a:defRPr sz="9000"/>
            </a:lvl4pPr>
            <a:lvl5pPr lvl="4" algn="ctr">
              <a:lnSpc>
                <a:spcPct val="100000"/>
              </a:lnSpc>
              <a:spcBef>
                <a:spcPts val="0"/>
              </a:spcBef>
              <a:spcAft>
                <a:spcPts val="0"/>
              </a:spcAft>
              <a:buSzPts val="9000"/>
              <a:buNone/>
              <a:defRPr sz="9000"/>
            </a:lvl5pPr>
            <a:lvl6pPr lvl="5" algn="ctr">
              <a:lnSpc>
                <a:spcPct val="100000"/>
              </a:lnSpc>
              <a:spcBef>
                <a:spcPts val="0"/>
              </a:spcBef>
              <a:spcAft>
                <a:spcPts val="0"/>
              </a:spcAft>
              <a:buSzPts val="9000"/>
              <a:buNone/>
              <a:defRPr sz="9000"/>
            </a:lvl6pPr>
            <a:lvl7pPr lvl="6" algn="ctr">
              <a:lnSpc>
                <a:spcPct val="100000"/>
              </a:lnSpc>
              <a:spcBef>
                <a:spcPts val="0"/>
              </a:spcBef>
              <a:spcAft>
                <a:spcPts val="0"/>
              </a:spcAft>
              <a:buSzPts val="9000"/>
              <a:buNone/>
              <a:defRPr sz="9000"/>
            </a:lvl7pPr>
            <a:lvl8pPr lvl="7" algn="ctr">
              <a:lnSpc>
                <a:spcPct val="100000"/>
              </a:lnSpc>
              <a:spcBef>
                <a:spcPts val="0"/>
              </a:spcBef>
              <a:spcAft>
                <a:spcPts val="0"/>
              </a:spcAft>
              <a:buSzPts val="9000"/>
              <a:buNone/>
              <a:defRPr sz="9000"/>
            </a:lvl8pPr>
            <a:lvl9pPr lvl="8" algn="ctr">
              <a:lnSpc>
                <a:spcPct val="100000"/>
              </a:lnSpc>
              <a:spcBef>
                <a:spcPts val="0"/>
              </a:spcBef>
              <a:spcAft>
                <a:spcPts val="0"/>
              </a:spcAft>
              <a:buSzPts val="9000"/>
              <a:buNone/>
              <a:defRPr sz="9000"/>
            </a:lvl9pPr>
          </a:lstStyle>
          <a:p/>
        </p:txBody>
      </p:sp>
      <p:sp>
        <p:nvSpPr>
          <p:cNvPr id="30" name="Google Shape;30;p5"/>
          <p:cNvSpPr txBox="1"/>
          <p:nvPr>
            <p:ph idx="1" type="subTitle"/>
          </p:nvPr>
        </p:nvSpPr>
        <p:spPr>
          <a:xfrm>
            <a:off x="2299500" y="2972150"/>
            <a:ext cx="4545000" cy="5544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1800"/>
              <a:buNone/>
              <a:defRPr sz="14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cxnSp>
        <p:nvCxnSpPr>
          <p:cNvPr id="31" name="Google Shape;31;p5"/>
          <p:cNvCxnSpPr/>
          <p:nvPr/>
        </p:nvCxnSpPr>
        <p:spPr>
          <a:xfrm>
            <a:off x="-72550" y="274100"/>
            <a:ext cx="9287400" cy="0"/>
          </a:xfrm>
          <a:prstGeom prst="straightConnector1">
            <a:avLst/>
          </a:prstGeom>
          <a:noFill/>
          <a:ln cap="flat" cmpd="sng" w="28575">
            <a:solidFill>
              <a:schemeClr val="accent1"/>
            </a:solidFill>
            <a:prstDash val="solid"/>
            <a:round/>
            <a:headEnd len="sm" w="sm" type="none"/>
            <a:tailEnd len="sm" w="sm" type="none"/>
          </a:ln>
        </p:spPr>
      </p:cxnSp>
      <p:cxnSp>
        <p:nvCxnSpPr>
          <p:cNvPr id="32" name="Google Shape;32;p5"/>
          <p:cNvCxnSpPr/>
          <p:nvPr/>
        </p:nvCxnSpPr>
        <p:spPr>
          <a:xfrm>
            <a:off x="-72550" y="4877450"/>
            <a:ext cx="9287400" cy="0"/>
          </a:xfrm>
          <a:prstGeom prst="straightConnector1">
            <a:avLst/>
          </a:prstGeom>
          <a:noFill/>
          <a:ln cap="flat" cmpd="sng" w="28575">
            <a:solidFill>
              <a:schemeClr val="accent1"/>
            </a:solidFill>
            <a:prstDash val="solid"/>
            <a:round/>
            <a:headEnd len="sm" w="sm" type="none"/>
            <a:tailEnd len="sm" w="sm" type="none"/>
          </a:ln>
        </p:spPr>
      </p:cxn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3" name="Shape 33"/>
        <p:cNvGrpSpPr/>
        <p:nvPr/>
      </p:nvGrpSpPr>
      <p:grpSpPr>
        <a:xfrm>
          <a:off x="0" y="0"/>
          <a:ext cx="0" cy="0"/>
          <a:chOff x="0" y="0"/>
          <a:chExt cx="0" cy="0"/>
        </a:xfrm>
      </p:grpSpPr>
      <p:sp>
        <p:nvSpPr>
          <p:cNvPr id="34" name="Google Shape;34;p6"/>
          <p:cNvSpPr txBox="1"/>
          <p:nvPr>
            <p:ph idx="1" type="subTitle"/>
          </p:nvPr>
        </p:nvSpPr>
        <p:spPr>
          <a:xfrm>
            <a:off x="895950" y="1682000"/>
            <a:ext cx="3847199" cy="2379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1"/>
              </a:buClr>
              <a:buSzPts val="1400"/>
              <a:buChar char="●"/>
              <a:defRPr sz="1400"/>
            </a:lvl1pPr>
            <a:lvl2pPr lvl="1" algn="ctr">
              <a:lnSpc>
                <a:spcPct val="114999"/>
              </a:lnSpc>
              <a:spcBef>
                <a:spcPts val="0"/>
              </a:spcBef>
              <a:spcAft>
                <a:spcPts val="0"/>
              </a:spcAft>
              <a:buSzPts val="1400"/>
              <a:buChar char="○"/>
              <a:defRPr/>
            </a:lvl2pPr>
            <a:lvl3pPr lvl="2" algn="ctr">
              <a:lnSpc>
                <a:spcPct val="114999"/>
              </a:lnSpc>
              <a:spcBef>
                <a:spcPts val="0"/>
              </a:spcBef>
              <a:spcAft>
                <a:spcPts val="0"/>
              </a:spcAft>
              <a:buSzPts val="1400"/>
              <a:buChar char="■"/>
              <a:defRPr/>
            </a:lvl3pPr>
            <a:lvl4pPr lvl="3" algn="ctr">
              <a:lnSpc>
                <a:spcPct val="114999"/>
              </a:lnSpc>
              <a:spcBef>
                <a:spcPts val="0"/>
              </a:spcBef>
              <a:spcAft>
                <a:spcPts val="0"/>
              </a:spcAft>
              <a:buSzPts val="1400"/>
              <a:buChar char="●"/>
              <a:defRPr/>
            </a:lvl4pPr>
            <a:lvl5pPr lvl="4" algn="ctr">
              <a:lnSpc>
                <a:spcPct val="114999"/>
              </a:lnSpc>
              <a:spcBef>
                <a:spcPts val="0"/>
              </a:spcBef>
              <a:spcAft>
                <a:spcPts val="0"/>
              </a:spcAft>
              <a:buSzPts val="1400"/>
              <a:buChar char="○"/>
              <a:defRPr/>
            </a:lvl5pPr>
            <a:lvl6pPr lvl="5" algn="ctr">
              <a:lnSpc>
                <a:spcPct val="114999"/>
              </a:lnSpc>
              <a:spcBef>
                <a:spcPts val="0"/>
              </a:spcBef>
              <a:spcAft>
                <a:spcPts val="0"/>
              </a:spcAft>
              <a:buSzPts val="1400"/>
              <a:buChar char="■"/>
              <a:defRPr/>
            </a:lvl6pPr>
            <a:lvl7pPr lvl="6" algn="ctr">
              <a:lnSpc>
                <a:spcPct val="114999"/>
              </a:lnSpc>
              <a:spcBef>
                <a:spcPts val="0"/>
              </a:spcBef>
              <a:spcAft>
                <a:spcPts val="0"/>
              </a:spcAft>
              <a:buSzPts val="1400"/>
              <a:buChar char="●"/>
              <a:defRPr/>
            </a:lvl7pPr>
            <a:lvl8pPr lvl="7" algn="ctr">
              <a:lnSpc>
                <a:spcPct val="114999"/>
              </a:lnSpc>
              <a:spcBef>
                <a:spcPts val="0"/>
              </a:spcBef>
              <a:spcAft>
                <a:spcPts val="0"/>
              </a:spcAft>
              <a:buSzPts val="1400"/>
              <a:buChar char="○"/>
              <a:defRPr/>
            </a:lvl8pPr>
            <a:lvl9pPr lvl="8" algn="ctr">
              <a:lnSpc>
                <a:spcPct val="114999"/>
              </a:lnSpc>
              <a:spcBef>
                <a:spcPts val="0"/>
              </a:spcBef>
              <a:spcAft>
                <a:spcPts val="0"/>
              </a:spcAft>
              <a:buSzPts val="1400"/>
              <a:buChar char="■"/>
              <a:defRPr/>
            </a:lvl9pPr>
          </a:lstStyle>
          <a:p/>
        </p:txBody>
      </p:sp>
      <p:sp>
        <p:nvSpPr>
          <p:cNvPr id="35" name="Google Shape;35;p6"/>
          <p:cNvSpPr txBox="1"/>
          <p:nvPr>
            <p:ph type="title"/>
          </p:nvPr>
        </p:nvSpPr>
        <p:spPr>
          <a:xfrm>
            <a:off x="713225" y="445025"/>
            <a:ext cx="5679900" cy="5727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cxnSp>
        <p:nvCxnSpPr>
          <p:cNvPr id="36" name="Google Shape;36;p6"/>
          <p:cNvCxnSpPr/>
          <p:nvPr/>
        </p:nvCxnSpPr>
        <p:spPr>
          <a:xfrm>
            <a:off x="-72550" y="274100"/>
            <a:ext cx="9287400" cy="0"/>
          </a:xfrm>
          <a:prstGeom prst="straightConnector1">
            <a:avLst/>
          </a:prstGeom>
          <a:noFill/>
          <a:ln cap="flat" cmpd="sng" w="28575">
            <a:solidFill>
              <a:schemeClr val="accent1"/>
            </a:solidFill>
            <a:prstDash val="solid"/>
            <a:round/>
            <a:headEnd len="sm" w="sm" type="none"/>
            <a:tailEnd len="sm" w="sm" type="none"/>
          </a:ln>
        </p:spPr>
      </p:cxnSp>
      <p:cxnSp>
        <p:nvCxnSpPr>
          <p:cNvPr id="37" name="Google Shape;37;p6"/>
          <p:cNvCxnSpPr/>
          <p:nvPr/>
        </p:nvCxnSpPr>
        <p:spPr>
          <a:xfrm>
            <a:off x="-72550" y="4877450"/>
            <a:ext cx="9287400" cy="0"/>
          </a:xfrm>
          <a:prstGeom prst="straightConnector1">
            <a:avLst/>
          </a:prstGeom>
          <a:noFill/>
          <a:ln cap="flat" cmpd="sng" w="28575">
            <a:solidFill>
              <a:schemeClr val="accent1"/>
            </a:solidFill>
            <a:prstDash val="solid"/>
            <a:round/>
            <a:headEnd len="sm" w="sm" type="none"/>
            <a:tailEnd len="sm" w="sm" type="none"/>
          </a:ln>
        </p:spPr>
      </p:cxnSp>
      <p:cxnSp>
        <p:nvCxnSpPr>
          <p:cNvPr id="38" name="Google Shape;38;p6"/>
          <p:cNvCxnSpPr/>
          <p:nvPr/>
        </p:nvCxnSpPr>
        <p:spPr>
          <a:xfrm flipH="1">
            <a:off x="5925450" y="2797500"/>
            <a:ext cx="3378000" cy="2466900"/>
          </a:xfrm>
          <a:prstGeom prst="curvedConnector3">
            <a:avLst>
              <a:gd fmla="val 50000" name="adj1"/>
            </a:avLst>
          </a:prstGeom>
          <a:noFill/>
          <a:ln cap="flat" cmpd="sng" w="28575">
            <a:solidFill>
              <a:schemeClr val="accent2"/>
            </a:solidFill>
            <a:prstDash val="solid"/>
            <a:round/>
            <a:headEnd len="sm" w="sm" type="none"/>
            <a:tailEnd len="sm" w="sm" type="none"/>
          </a:ln>
        </p:spPr>
      </p:cxn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bg>
      <p:bgPr>
        <a:noFill/>
      </p:bgPr>
    </p:bg>
    <p:spTree>
      <p:nvGrpSpPr>
        <p:cNvPr id="39" name="Shape 39"/>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p:cSld name="CUSTOM_10">
    <p:spTree>
      <p:nvGrpSpPr>
        <p:cNvPr id="40" name="Shape 40"/>
        <p:cNvGrpSpPr/>
        <p:nvPr/>
      </p:nvGrpSpPr>
      <p:grpSpPr>
        <a:xfrm>
          <a:off x="0" y="0"/>
          <a:ext cx="0" cy="0"/>
          <a:chOff x="0" y="0"/>
          <a:chExt cx="0" cy="0"/>
        </a:xfrm>
      </p:grpSpPr>
      <p:cxnSp>
        <p:nvCxnSpPr>
          <p:cNvPr id="41" name="Google Shape;41;p8"/>
          <p:cNvCxnSpPr/>
          <p:nvPr/>
        </p:nvCxnSpPr>
        <p:spPr>
          <a:xfrm>
            <a:off x="-72550" y="4877450"/>
            <a:ext cx="9287400" cy="0"/>
          </a:xfrm>
          <a:prstGeom prst="straightConnector1">
            <a:avLst/>
          </a:prstGeom>
          <a:noFill/>
          <a:ln cap="flat" cmpd="sng" w="28575">
            <a:solidFill>
              <a:schemeClr val="accent1"/>
            </a:solidFill>
            <a:prstDash val="solid"/>
            <a:round/>
            <a:headEnd len="sm" w="sm" type="none"/>
            <a:tailEnd len="sm" w="sm" type="none"/>
          </a:ln>
        </p:spPr>
      </p:cxnSp>
      <p:cxnSp>
        <p:nvCxnSpPr>
          <p:cNvPr id="42" name="Google Shape;42;p8"/>
          <p:cNvCxnSpPr/>
          <p:nvPr/>
        </p:nvCxnSpPr>
        <p:spPr>
          <a:xfrm>
            <a:off x="-72550" y="274100"/>
            <a:ext cx="9287400" cy="0"/>
          </a:xfrm>
          <a:prstGeom prst="straightConnector1">
            <a:avLst/>
          </a:prstGeom>
          <a:noFill/>
          <a:ln cap="flat" cmpd="sng" w="28575">
            <a:solidFill>
              <a:schemeClr val="accent1"/>
            </a:solidFill>
            <a:prstDash val="solid"/>
            <a:round/>
            <a:headEnd len="sm" w="sm" type="none"/>
            <a:tailEnd len="sm" w="sm" type="none"/>
          </a:ln>
        </p:spPr>
      </p:cxn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1">
  <p:cSld name="CUSTOM_10_1">
    <p:spTree>
      <p:nvGrpSpPr>
        <p:cNvPr id="43" name="Shape 43"/>
        <p:cNvGrpSpPr/>
        <p:nvPr/>
      </p:nvGrpSpPr>
      <p:grpSpPr>
        <a:xfrm>
          <a:off x="0" y="0"/>
          <a:ext cx="0" cy="0"/>
          <a:chOff x="0" y="0"/>
          <a:chExt cx="0" cy="0"/>
        </a:xfrm>
      </p:grpSpPr>
      <p:cxnSp>
        <p:nvCxnSpPr>
          <p:cNvPr id="44" name="Google Shape;44;p9"/>
          <p:cNvCxnSpPr/>
          <p:nvPr/>
        </p:nvCxnSpPr>
        <p:spPr>
          <a:xfrm>
            <a:off x="-72550" y="4877450"/>
            <a:ext cx="9287400" cy="0"/>
          </a:xfrm>
          <a:prstGeom prst="straightConnector1">
            <a:avLst/>
          </a:prstGeom>
          <a:noFill/>
          <a:ln cap="flat" cmpd="sng" w="28575">
            <a:solidFill>
              <a:schemeClr val="accent1"/>
            </a:solidFill>
            <a:prstDash val="solid"/>
            <a:round/>
            <a:headEnd len="sm" w="sm" type="none"/>
            <a:tailEnd len="sm" w="sm" type="none"/>
          </a:ln>
        </p:spPr>
      </p:cxnSp>
      <p:cxnSp>
        <p:nvCxnSpPr>
          <p:cNvPr id="45" name="Google Shape;45;p9"/>
          <p:cNvCxnSpPr/>
          <p:nvPr/>
        </p:nvCxnSpPr>
        <p:spPr>
          <a:xfrm>
            <a:off x="-72550" y="274100"/>
            <a:ext cx="9287400" cy="0"/>
          </a:xfrm>
          <a:prstGeom prst="straightConnector1">
            <a:avLst/>
          </a:prstGeom>
          <a:noFill/>
          <a:ln cap="flat" cmpd="sng" w="28575">
            <a:solidFill>
              <a:schemeClr val="accent1"/>
            </a:solidFill>
            <a:prstDash val="solid"/>
            <a:round/>
            <a:headEnd len="sm" w="sm" type="none"/>
            <a:tailEnd len="sm" w="sm" type="none"/>
          </a:ln>
        </p:spPr>
      </p:cxnSp>
      <p:cxnSp>
        <p:nvCxnSpPr>
          <p:cNvPr id="46" name="Google Shape;46;p9"/>
          <p:cNvCxnSpPr/>
          <p:nvPr/>
        </p:nvCxnSpPr>
        <p:spPr>
          <a:xfrm>
            <a:off x="7434174" y="-125600"/>
            <a:ext cx="1993200" cy="1330200"/>
          </a:xfrm>
          <a:prstGeom prst="curvedConnector3">
            <a:avLst>
              <a:gd fmla="val 50000" name="adj1"/>
            </a:avLst>
          </a:prstGeom>
          <a:noFill/>
          <a:ln cap="flat" cmpd="sng" w="28575">
            <a:solidFill>
              <a:schemeClr val="accent2"/>
            </a:solidFill>
            <a:prstDash val="solid"/>
            <a:round/>
            <a:headEnd len="sm" w="sm" type="none"/>
            <a:tailEnd len="sm" w="sm" type="none"/>
          </a:ln>
        </p:spPr>
      </p:cxnSp>
      <p:cxnSp>
        <p:nvCxnSpPr>
          <p:cNvPr id="47" name="Google Shape;47;p9"/>
          <p:cNvCxnSpPr/>
          <p:nvPr/>
        </p:nvCxnSpPr>
        <p:spPr>
          <a:xfrm>
            <a:off x="-147274" y="3943475"/>
            <a:ext cx="1993200" cy="1330200"/>
          </a:xfrm>
          <a:prstGeom prst="curvedConnector3">
            <a:avLst>
              <a:gd fmla="val 50000" name="adj1"/>
            </a:avLst>
          </a:prstGeom>
          <a:noFill/>
          <a:ln cap="flat" cmpd="sng" w="28575">
            <a:solidFill>
              <a:schemeClr val="accent2"/>
            </a:solidFill>
            <a:prstDash val="solid"/>
            <a:round/>
            <a:headEnd len="sm" w="sm" type="none"/>
            <a:tailEnd len="sm" w="sm" type="none"/>
          </a:ln>
        </p:spPr>
      </p:cxn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2">
  <p:cSld name="CUSTOM_10_1_1">
    <p:spTree>
      <p:nvGrpSpPr>
        <p:cNvPr id="48" name="Shape 48"/>
        <p:cNvGrpSpPr/>
        <p:nvPr/>
      </p:nvGrpSpPr>
      <p:grpSpPr>
        <a:xfrm>
          <a:off x="0" y="0"/>
          <a:ext cx="0" cy="0"/>
          <a:chOff x="0" y="0"/>
          <a:chExt cx="0" cy="0"/>
        </a:xfrm>
      </p:grpSpPr>
      <p:cxnSp>
        <p:nvCxnSpPr>
          <p:cNvPr id="49" name="Google Shape;49;p10"/>
          <p:cNvCxnSpPr/>
          <p:nvPr/>
        </p:nvCxnSpPr>
        <p:spPr>
          <a:xfrm>
            <a:off x="-72550" y="4877450"/>
            <a:ext cx="9287400" cy="0"/>
          </a:xfrm>
          <a:prstGeom prst="straightConnector1">
            <a:avLst/>
          </a:prstGeom>
          <a:noFill/>
          <a:ln cap="flat" cmpd="sng" w="28575">
            <a:solidFill>
              <a:schemeClr val="accent1"/>
            </a:solidFill>
            <a:prstDash val="solid"/>
            <a:round/>
            <a:headEnd len="sm" w="sm" type="none"/>
            <a:tailEnd len="sm" w="sm" type="none"/>
          </a:ln>
        </p:spPr>
      </p:cxnSp>
      <p:cxnSp>
        <p:nvCxnSpPr>
          <p:cNvPr id="50" name="Google Shape;50;p10"/>
          <p:cNvCxnSpPr/>
          <p:nvPr/>
        </p:nvCxnSpPr>
        <p:spPr>
          <a:xfrm>
            <a:off x="-72550" y="274100"/>
            <a:ext cx="9287400" cy="0"/>
          </a:xfrm>
          <a:prstGeom prst="straightConnector1">
            <a:avLst/>
          </a:prstGeom>
          <a:noFill/>
          <a:ln cap="flat" cmpd="sng" w="28575">
            <a:solidFill>
              <a:schemeClr val="accent1"/>
            </a:solidFill>
            <a:prstDash val="solid"/>
            <a:round/>
            <a:headEnd len="sm" w="sm" type="none"/>
            <a:tailEnd len="sm" w="sm" type="none"/>
          </a:ln>
        </p:spPr>
      </p:cxnSp>
      <p:cxnSp>
        <p:nvCxnSpPr>
          <p:cNvPr id="51" name="Google Shape;51;p10"/>
          <p:cNvCxnSpPr/>
          <p:nvPr/>
        </p:nvCxnSpPr>
        <p:spPr>
          <a:xfrm flipH="1">
            <a:off x="6772150" y="3663450"/>
            <a:ext cx="2823300" cy="1633200"/>
          </a:xfrm>
          <a:prstGeom prst="curvedConnector3">
            <a:avLst>
              <a:gd fmla="val 50000" name="adj1"/>
            </a:avLst>
          </a:prstGeom>
          <a:noFill/>
          <a:ln cap="flat" cmpd="sng" w="28575">
            <a:solidFill>
              <a:schemeClr val="accent2"/>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3">
  <p:cSld name="CUSTOM_30">
    <p:spTree>
      <p:nvGrpSpPr>
        <p:cNvPr id="52" name="Shape 52"/>
        <p:cNvGrpSpPr/>
        <p:nvPr/>
      </p:nvGrpSpPr>
      <p:grpSpPr>
        <a:xfrm>
          <a:off x="0" y="0"/>
          <a:ext cx="0" cy="0"/>
          <a:chOff x="0" y="0"/>
          <a:chExt cx="0" cy="0"/>
        </a:xfrm>
      </p:grpSpPr>
      <p:cxnSp>
        <p:nvCxnSpPr>
          <p:cNvPr id="53" name="Google Shape;53;p11"/>
          <p:cNvCxnSpPr/>
          <p:nvPr/>
        </p:nvCxnSpPr>
        <p:spPr>
          <a:xfrm>
            <a:off x="-72550" y="274100"/>
            <a:ext cx="9287400" cy="0"/>
          </a:xfrm>
          <a:prstGeom prst="straightConnector1">
            <a:avLst/>
          </a:prstGeom>
          <a:noFill/>
          <a:ln cap="flat" cmpd="sng" w="28575">
            <a:solidFill>
              <a:schemeClr val="accent1"/>
            </a:solidFill>
            <a:prstDash val="solid"/>
            <a:round/>
            <a:headEnd len="sm" w="sm" type="none"/>
            <a:tailEnd len="sm" w="sm" type="none"/>
          </a:ln>
        </p:spPr>
      </p:cxnSp>
      <p:cxnSp>
        <p:nvCxnSpPr>
          <p:cNvPr id="54" name="Google Shape;54;p11"/>
          <p:cNvCxnSpPr/>
          <p:nvPr/>
        </p:nvCxnSpPr>
        <p:spPr>
          <a:xfrm>
            <a:off x="-72550" y="4877450"/>
            <a:ext cx="9287400" cy="0"/>
          </a:xfrm>
          <a:prstGeom prst="straightConnector1">
            <a:avLst/>
          </a:prstGeom>
          <a:noFill/>
          <a:ln cap="flat" cmpd="sng" w="28575">
            <a:solidFill>
              <a:schemeClr val="accent1"/>
            </a:solidFill>
            <a:prstDash val="solid"/>
            <a:round/>
            <a:headEnd len="sm" w="sm" type="none"/>
            <a:tailEnd len="sm" w="sm" type="none"/>
          </a:ln>
        </p:spPr>
      </p:cxnSp>
      <p:cxnSp>
        <p:nvCxnSpPr>
          <p:cNvPr id="55" name="Google Shape;55;p11"/>
          <p:cNvCxnSpPr/>
          <p:nvPr/>
        </p:nvCxnSpPr>
        <p:spPr>
          <a:xfrm>
            <a:off x="-250225" y="4076450"/>
            <a:ext cx="1926900" cy="1161000"/>
          </a:xfrm>
          <a:prstGeom prst="curvedConnector3">
            <a:avLst>
              <a:gd fmla="val 50000" name="adj1"/>
            </a:avLst>
          </a:prstGeom>
          <a:noFill/>
          <a:ln cap="flat" cmpd="sng" w="28575">
            <a:solidFill>
              <a:schemeClr val="accent2"/>
            </a:solidFill>
            <a:prstDash val="solid"/>
            <a:round/>
            <a:headEnd len="sm" w="sm" type="none"/>
            <a:tailEnd len="sm" w="sm" type="none"/>
          </a:ln>
        </p:spPr>
      </p:cxnSp>
      <p:cxnSp>
        <p:nvCxnSpPr>
          <p:cNvPr id="56" name="Google Shape;56;p11"/>
          <p:cNvCxnSpPr/>
          <p:nvPr/>
        </p:nvCxnSpPr>
        <p:spPr>
          <a:xfrm>
            <a:off x="7441150" y="-48375"/>
            <a:ext cx="1926900" cy="1161000"/>
          </a:xfrm>
          <a:prstGeom prst="curvedConnector3">
            <a:avLst>
              <a:gd fmla="val 50000" name="adj1"/>
            </a:avLst>
          </a:prstGeom>
          <a:noFill/>
          <a:ln cap="flat" cmpd="sng" w="28575">
            <a:solidFill>
              <a:schemeClr val="accent2"/>
            </a:solidFill>
            <a:prstDash val="solid"/>
            <a:round/>
            <a:headEnd len="sm" w="sm" type="none"/>
            <a:tailEnd len="sm" w="sm" type="none"/>
          </a:ln>
        </p:spPr>
      </p:cxnSp>
      <p:cxnSp>
        <p:nvCxnSpPr>
          <p:cNvPr id="57" name="Google Shape;57;p11"/>
          <p:cNvCxnSpPr/>
          <p:nvPr/>
        </p:nvCxnSpPr>
        <p:spPr>
          <a:xfrm flipH="1">
            <a:off x="7454238" y="4053663"/>
            <a:ext cx="1926900" cy="1161000"/>
          </a:xfrm>
          <a:prstGeom prst="curvedConnector3">
            <a:avLst>
              <a:gd fmla="val 50000" name="adj1"/>
            </a:avLst>
          </a:prstGeom>
          <a:noFill/>
          <a:ln cap="flat" cmpd="sng" w="28575">
            <a:solidFill>
              <a:schemeClr val="accent2"/>
            </a:solidFill>
            <a:prstDash val="solid"/>
            <a:round/>
            <a:headEnd len="sm" w="sm" type="none"/>
            <a:tailEnd len="sm" w="sm" type="none"/>
          </a:ln>
        </p:spPr>
      </p:cxnSp>
      <p:cxnSp>
        <p:nvCxnSpPr>
          <p:cNvPr id="58" name="Google Shape;58;p11"/>
          <p:cNvCxnSpPr/>
          <p:nvPr/>
        </p:nvCxnSpPr>
        <p:spPr>
          <a:xfrm flipH="1">
            <a:off x="-237137" y="-71162"/>
            <a:ext cx="1926900" cy="1161000"/>
          </a:xfrm>
          <a:prstGeom prst="curvedConnector3">
            <a:avLst>
              <a:gd fmla="val 50000" name="adj1"/>
            </a:avLst>
          </a:prstGeom>
          <a:noFill/>
          <a:ln cap="flat" cmpd="sng" w="28575">
            <a:solidFill>
              <a:schemeClr val="accent2"/>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theme" Target="../theme/theme1.xml"/><Relationship Id="rId10" Type="http://schemas.openxmlformats.org/officeDocument/2006/relationships/slideLayout" Target="../slideLayouts/slideLayout10.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713225" y="445025"/>
            <a:ext cx="7717500" cy="5727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000"/>
              <a:buFont typeface="Vidaloka"/>
              <a:buNone/>
              <a:defRPr b="0" i="0" sz="3000" u="none" cap="none" strike="noStrike">
                <a:solidFill>
                  <a:schemeClr val="dk1"/>
                </a:solidFill>
                <a:latin typeface="Vidaloka"/>
                <a:ea typeface="Vidaloka"/>
                <a:cs typeface="Vidaloka"/>
                <a:sym typeface="Vidaloka"/>
              </a:defRPr>
            </a:lvl1pPr>
            <a:lvl2pPr lvl="1" marR="0" rtl="0" algn="l">
              <a:lnSpc>
                <a:spcPct val="100000"/>
              </a:lnSpc>
              <a:spcBef>
                <a:spcPts val="0"/>
              </a:spcBef>
              <a:spcAft>
                <a:spcPts val="0"/>
              </a:spcAft>
              <a:buClr>
                <a:schemeClr val="dk1"/>
              </a:buClr>
              <a:buSzPts val="3000"/>
              <a:buFont typeface="Arial"/>
              <a:buNone/>
              <a:defRPr b="0" i="1" sz="30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3000"/>
              <a:buFont typeface="Arial"/>
              <a:buNone/>
              <a:defRPr b="0" i="1" sz="30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3000"/>
              <a:buFont typeface="Arial"/>
              <a:buNone/>
              <a:defRPr b="0" i="1" sz="30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3000"/>
              <a:buFont typeface="Arial"/>
              <a:buNone/>
              <a:defRPr b="0" i="1" sz="30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3000"/>
              <a:buFont typeface="Arial"/>
              <a:buNone/>
              <a:defRPr b="0" i="1" sz="30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3000"/>
              <a:buFont typeface="Arial"/>
              <a:buNone/>
              <a:defRPr b="0" i="1" sz="30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3000"/>
              <a:buFont typeface="Arial"/>
              <a:buNone/>
              <a:defRPr b="0" i="1" sz="30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3000"/>
              <a:buFont typeface="Arial"/>
              <a:buNone/>
              <a:defRPr b="0" i="1" sz="3000" u="none" cap="none" strike="noStrike">
                <a:solidFill>
                  <a:schemeClr val="dk1"/>
                </a:solidFill>
                <a:latin typeface="Arial"/>
                <a:ea typeface="Arial"/>
                <a:cs typeface="Arial"/>
                <a:sym typeface="Arial"/>
              </a:defRPr>
            </a:lvl9pPr>
          </a:lstStyle>
          <a:p/>
        </p:txBody>
      </p:sp>
      <p:sp>
        <p:nvSpPr>
          <p:cNvPr id="7" name="Google Shape;7;p1"/>
          <p:cNvSpPr txBox="1"/>
          <p:nvPr>
            <p:ph idx="1" type="body"/>
          </p:nvPr>
        </p:nvSpPr>
        <p:spPr>
          <a:xfrm>
            <a:off x="713250" y="1152475"/>
            <a:ext cx="7717500" cy="3416400"/>
          </a:xfrm>
          <a:prstGeom prst="rect">
            <a:avLst/>
          </a:prstGeom>
          <a:noFill/>
          <a:ln>
            <a:noFill/>
          </a:ln>
        </p:spPr>
        <p:txBody>
          <a:bodyPr anchorCtr="0" anchor="t" bIns="91425" lIns="91425" spcFirstLastPara="1" rIns="91425" wrap="square" tIns="91425">
            <a:noAutofit/>
          </a:bodyPr>
          <a:lstStyle>
            <a:lvl1pPr indent="-342900" lvl="0" marL="457200" marR="0" rtl="0" algn="l">
              <a:lnSpc>
                <a:spcPct val="114999"/>
              </a:lnSpc>
              <a:spcBef>
                <a:spcPts val="0"/>
              </a:spcBef>
              <a:spcAft>
                <a:spcPts val="0"/>
              </a:spcAft>
              <a:buClr>
                <a:schemeClr val="dk2"/>
              </a:buClr>
              <a:buSzPts val="1800"/>
              <a:buFont typeface="Montserrat"/>
              <a:buChar char="●"/>
              <a:defRPr b="0" i="0" sz="1800" u="none" cap="none" strike="noStrike">
                <a:solidFill>
                  <a:schemeClr val="dk2"/>
                </a:solidFill>
                <a:latin typeface="Montserrat"/>
                <a:ea typeface="Montserrat"/>
                <a:cs typeface="Montserrat"/>
                <a:sym typeface="Montserrat"/>
              </a:defRPr>
            </a:lvl1pPr>
            <a:lvl2pPr indent="-317500" lvl="1" marL="914400" marR="0" rtl="0" algn="l">
              <a:lnSpc>
                <a:spcPct val="114999"/>
              </a:lnSpc>
              <a:spcBef>
                <a:spcPts val="0"/>
              </a:spcBef>
              <a:spcAft>
                <a:spcPts val="0"/>
              </a:spcAft>
              <a:buClr>
                <a:schemeClr val="dk2"/>
              </a:buClr>
              <a:buSzPts val="1400"/>
              <a:buFont typeface="Montserrat"/>
              <a:buChar char="○"/>
              <a:defRPr b="0" i="0" sz="1400" u="none" cap="none" strike="noStrike">
                <a:solidFill>
                  <a:schemeClr val="dk2"/>
                </a:solidFill>
                <a:latin typeface="Montserrat"/>
                <a:ea typeface="Montserrat"/>
                <a:cs typeface="Montserrat"/>
                <a:sym typeface="Montserrat"/>
              </a:defRPr>
            </a:lvl2pPr>
            <a:lvl3pPr indent="-317500" lvl="2" marL="1371600" marR="0" rtl="0" algn="l">
              <a:lnSpc>
                <a:spcPct val="114999"/>
              </a:lnSpc>
              <a:spcBef>
                <a:spcPts val="0"/>
              </a:spcBef>
              <a:spcAft>
                <a:spcPts val="0"/>
              </a:spcAft>
              <a:buClr>
                <a:schemeClr val="dk2"/>
              </a:buClr>
              <a:buSzPts val="1400"/>
              <a:buFont typeface="Montserrat"/>
              <a:buChar char="■"/>
              <a:defRPr b="0" i="0" sz="1400" u="none" cap="none" strike="noStrike">
                <a:solidFill>
                  <a:schemeClr val="dk2"/>
                </a:solidFill>
                <a:latin typeface="Montserrat"/>
                <a:ea typeface="Montserrat"/>
                <a:cs typeface="Montserrat"/>
                <a:sym typeface="Montserrat"/>
              </a:defRPr>
            </a:lvl3pPr>
            <a:lvl4pPr indent="-317500" lvl="3" marL="1828800" marR="0" rtl="0" algn="l">
              <a:lnSpc>
                <a:spcPct val="114999"/>
              </a:lnSpc>
              <a:spcBef>
                <a:spcPts val="0"/>
              </a:spcBef>
              <a:spcAft>
                <a:spcPts val="0"/>
              </a:spcAft>
              <a:buClr>
                <a:schemeClr val="dk2"/>
              </a:buClr>
              <a:buSzPts val="1400"/>
              <a:buFont typeface="Montserrat"/>
              <a:buChar char="●"/>
              <a:defRPr b="0" i="0" sz="1400" u="none" cap="none" strike="noStrike">
                <a:solidFill>
                  <a:schemeClr val="dk2"/>
                </a:solidFill>
                <a:latin typeface="Montserrat"/>
                <a:ea typeface="Montserrat"/>
                <a:cs typeface="Montserrat"/>
                <a:sym typeface="Montserrat"/>
              </a:defRPr>
            </a:lvl4pPr>
            <a:lvl5pPr indent="-317500" lvl="4" marL="2286000" marR="0" rtl="0" algn="l">
              <a:lnSpc>
                <a:spcPct val="114999"/>
              </a:lnSpc>
              <a:spcBef>
                <a:spcPts val="0"/>
              </a:spcBef>
              <a:spcAft>
                <a:spcPts val="0"/>
              </a:spcAft>
              <a:buClr>
                <a:schemeClr val="dk2"/>
              </a:buClr>
              <a:buSzPts val="1400"/>
              <a:buFont typeface="Montserrat"/>
              <a:buChar char="○"/>
              <a:defRPr b="0" i="0" sz="1400" u="none" cap="none" strike="noStrike">
                <a:solidFill>
                  <a:schemeClr val="dk2"/>
                </a:solidFill>
                <a:latin typeface="Montserrat"/>
                <a:ea typeface="Montserrat"/>
                <a:cs typeface="Montserrat"/>
                <a:sym typeface="Montserrat"/>
              </a:defRPr>
            </a:lvl5pPr>
            <a:lvl6pPr indent="-317500" lvl="5" marL="2743200" marR="0" rtl="0" algn="l">
              <a:lnSpc>
                <a:spcPct val="114999"/>
              </a:lnSpc>
              <a:spcBef>
                <a:spcPts val="0"/>
              </a:spcBef>
              <a:spcAft>
                <a:spcPts val="0"/>
              </a:spcAft>
              <a:buClr>
                <a:schemeClr val="dk2"/>
              </a:buClr>
              <a:buSzPts val="1400"/>
              <a:buFont typeface="Montserrat"/>
              <a:buChar char="■"/>
              <a:defRPr b="0" i="0" sz="1400" u="none" cap="none" strike="noStrike">
                <a:solidFill>
                  <a:schemeClr val="dk2"/>
                </a:solidFill>
                <a:latin typeface="Montserrat"/>
                <a:ea typeface="Montserrat"/>
                <a:cs typeface="Montserrat"/>
                <a:sym typeface="Montserrat"/>
              </a:defRPr>
            </a:lvl6pPr>
            <a:lvl7pPr indent="-317500" lvl="6" marL="3200400" marR="0" rtl="0" algn="l">
              <a:lnSpc>
                <a:spcPct val="114999"/>
              </a:lnSpc>
              <a:spcBef>
                <a:spcPts val="0"/>
              </a:spcBef>
              <a:spcAft>
                <a:spcPts val="0"/>
              </a:spcAft>
              <a:buClr>
                <a:schemeClr val="dk2"/>
              </a:buClr>
              <a:buSzPts val="1400"/>
              <a:buFont typeface="Montserrat"/>
              <a:buChar char="●"/>
              <a:defRPr b="0" i="0" sz="1400" u="none" cap="none" strike="noStrike">
                <a:solidFill>
                  <a:schemeClr val="dk2"/>
                </a:solidFill>
                <a:latin typeface="Montserrat"/>
                <a:ea typeface="Montserrat"/>
                <a:cs typeface="Montserrat"/>
                <a:sym typeface="Montserrat"/>
              </a:defRPr>
            </a:lvl7pPr>
            <a:lvl8pPr indent="-317500" lvl="7" marL="3657600" marR="0" rtl="0" algn="l">
              <a:lnSpc>
                <a:spcPct val="114999"/>
              </a:lnSpc>
              <a:spcBef>
                <a:spcPts val="0"/>
              </a:spcBef>
              <a:spcAft>
                <a:spcPts val="0"/>
              </a:spcAft>
              <a:buClr>
                <a:schemeClr val="dk2"/>
              </a:buClr>
              <a:buSzPts val="1400"/>
              <a:buFont typeface="Montserrat"/>
              <a:buChar char="○"/>
              <a:defRPr b="0" i="0" sz="1400" u="none" cap="none" strike="noStrike">
                <a:solidFill>
                  <a:schemeClr val="dk2"/>
                </a:solidFill>
                <a:latin typeface="Montserrat"/>
                <a:ea typeface="Montserrat"/>
                <a:cs typeface="Montserrat"/>
                <a:sym typeface="Montserrat"/>
              </a:defRPr>
            </a:lvl8pPr>
            <a:lvl9pPr indent="-317500" lvl="8" marL="4114800" marR="0" rtl="0" algn="l">
              <a:lnSpc>
                <a:spcPct val="114999"/>
              </a:lnSpc>
              <a:spcBef>
                <a:spcPts val="0"/>
              </a:spcBef>
              <a:spcAft>
                <a:spcPts val="0"/>
              </a:spcAft>
              <a:buClr>
                <a:schemeClr val="dk2"/>
              </a:buClr>
              <a:buSzPts val="1400"/>
              <a:buFont typeface="Montserrat"/>
              <a:buChar char="■"/>
              <a:defRPr b="0" i="0" sz="1400" u="none" cap="none" strike="noStrike">
                <a:solidFill>
                  <a:schemeClr val="dk2"/>
                </a:solidFill>
                <a:latin typeface="Montserrat"/>
                <a:ea typeface="Montserrat"/>
                <a:cs typeface="Montserrat"/>
                <a:sym typeface="Montserrat"/>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sp>
        <p:nvSpPr>
          <p:cNvPr id="63" name="Google Shape;63;p12"/>
          <p:cNvSpPr txBox="1"/>
          <p:nvPr>
            <p:ph type="ctrTitle"/>
          </p:nvPr>
        </p:nvSpPr>
        <p:spPr>
          <a:xfrm>
            <a:off x="1039974" y="2350800"/>
            <a:ext cx="7064100" cy="2052600"/>
          </a:xfrm>
          <a:prstGeom prst="rect">
            <a:avLst/>
          </a:prstGeom>
          <a:noFill/>
          <a:ln>
            <a:noFill/>
          </a:ln>
        </p:spPr>
        <p:txBody>
          <a:bodyPr anchorCtr="0" anchor="b" bIns="91425" lIns="91425" spcFirstLastPara="1" rIns="91425" wrap="square" tIns="91425">
            <a:noAutofit/>
          </a:bodyPr>
          <a:lstStyle/>
          <a:p>
            <a:pPr indent="0" lvl="0" marL="0" marR="0" rtl="0" algn="ctr">
              <a:lnSpc>
                <a:spcPct val="100000"/>
              </a:lnSpc>
              <a:spcBef>
                <a:spcPts val="0"/>
              </a:spcBef>
              <a:spcAft>
                <a:spcPts val="0"/>
              </a:spcAft>
              <a:buClr>
                <a:schemeClr val="dk1"/>
              </a:buClr>
              <a:buSzPts val="5200"/>
              <a:buFont typeface="Vidaloka"/>
              <a:buNone/>
            </a:pPr>
            <a:r>
              <a:rPr b="0" i="0" lang="az-Latn-AZ" sz="6500" u="none" cap="none" strike="noStrike">
                <a:solidFill>
                  <a:schemeClr val="dk1"/>
                </a:solidFill>
                <a:latin typeface="Vidaloka"/>
                <a:ea typeface="Vidaloka"/>
                <a:cs typeface="Vidaloka"/>
                <a:sym typeface="Vidaloka"/>
              </a:rPr>
              <a:t>Ağıllı davamiyyət sistemi</a:t>
            </a:r>
            <a:endParaRPr b="0" i="0" sz="6500" u="none" cap="none" strike="noStrike">
              <a:solidFill>
                <a:schemeClr val="dk1"/>
              </a:solidFill>
              <a:latin typeface="Vidaloka"/>
              <a:ea typeface="Vidaloka"/>
              <a:cs typeface="Vidaloka"/>
              <a:sym typeface="Vidaloka"/>
            </a:endParaRPr>
          </a:p>
          <a:p>
            <a:pPr indent="0" lvl="0" marL="0" rtl="0" algn="ctr">
              <a:lnSpc>
                <a:spcPct val="100000"/>
              </a:lnSpc>
              <a:spcBef>
                <a:spcPts val="0"/>
              </a:spcBef>
              <a:spcAft>
                <a:spcPts val="0"/>
              </a:spcAft>
              <a:buSzPts val="5200"/>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 name="Shape 67"/>
        <p:cNvGrpSpPr/>
        <p:nvPr/>
      </p:nvGrpSpPr>
      <p:grpSpPr>
        <a:xfrm>
          <a:off x="0" y="0"/>
          <a:ext cx="0" cy="0"/>
          <a:chOff x="0" y="0"/>
          <a:chExt cx="0" cy="0"/>
        </a:xfrm>
      </p:grpSpPr>
      <p:sp>
        <p:nvSpPr>
          <p:cNvPr id="68" name="Google Shape;68;p13"/>
          <p:cNvSpPr txBox="1"/>
          <p:nvPr>
            <p:ph idx="1" type="subTitle"/>
          </p:nvPr>
        </p:nvSpPr>
        <p:spPr>
          <a:xfrm>
            <a:off x="0" y="959999"/>
            <a:ext cx="4465800" cy="3874841"/>
          </a:xfrm>
          <a:prstGeom prst="rect">
            <a:avLst/>
          </a:prstGeom>
          <a:noFill/>
          <a:ln>
            <a:noFill/>
          </a:ln>
        </p:spPr>
        <p:txBody>
          <a:bodyPr anchorCtr="0" anchor="t" bIns="91375" lIns="91375" spcFirstLastPara="1" rIns="91375" wrap="square" tIns="91375">
            <a:noAutofit/>
          </a:bodyPr>
          <a:lstStyle/>
          <a:p>
            <a:pPr indent="-342900" lvl="0" marL="457200" rtl="0" algn="l">
              <a:lnSpc>
                <a:spcPct val="114999"/>
              </a:lnSpc>
              <a:spcBef>
                <a:spcPts val="0"/>
              </a:spcBef>
              <a:spcAft>
                <a:spcPts val="0"/>
              </a:spcAft>
              <a:buClr>
                <a:schemeClr val="accent1"/>
              </a:buClr>
              <a:buSzPts val="1400"/>
              <a:buFont typeface="Arial"/>
              <a:buChar char="•"/>
            </a:pPr>
            <a:r>
              <a:rPr b="0" i="0" lang="az-Latn-AZ" sz="1800" u="none">
                <a:solidFill>
                  <a:srgbClr val="000000"/>
                </a:solidFill>
                <a:latin typeface="Times New Roman"/>
                <a:ea typeface="Times New Roman"/>
                <a:cs typeface="Times New Roman"/>
                <a:sym typeface="Times New Roman"/>
              </a:rPr>
              <a:t> </a:t>
            </a:r>
            <a:r>
              <a:rPr b="0" i="0" lang="az-Latn-AZ" sz="2200" u="none" cap="none" strike="noStrike">
                <a:solidFill>
                  <a:schemeClr val="dk1"/>
                </a:solidFill>
                <a:latin typeface="Vidaloka"/>
                <a:ea typeface="Vidaloka"/>
                <a:cs typeface="Vidaloka"/>
                <a:sym typeface="Vidaloka"/>
              </a:rPr>
              <a:t>Bu, müasir üz tanıma texnologiyasına əsaslanan proqram təminatıdır. Sistem, yüksək dəqiqlikli kameralar vasitəsilə insan simalarını skan edərək biometrik məlumatları emal edir və saniyələr ərzində şəxsin kimliyini müəyyənləşdirməyə imkan verir.</a:t>
            </a:r>
            <a:endParaRPr b="0" i="0" sz="2200" u="none" cap="none" strike="noStrike">
              <a:solidFill>
                <a:schemeClr val="dk1"/>
              </a:solidFill>
              <a:latin typeface="Vidaloka"/>
              <a:ea typeface="Vidaloka"/>
              <a:cs typeface="Vidaloka"/>
              <a:sym typeface="Vidaloka"/>
            </a:endParaRPr>
          </a:p>
          <a:p>
            <a:pPr indent="-254000" lvl="0" marL="457200" rtl="0" algn="l">
              <a:lnSpc>
                <a:spcPct val="100000"/>
              </a:lnSpc>
              <a:spcBef>
                <a:spcPts val="0"/>
              </a:spcBef>
              <a:spcAft>
                <a:spcPts val="0"/>
              </a:spcAft>
              <a:buClr>
                <a:schemeClr val="accent1"/>
              </a:buClr>
              <a:buSzPts val="1400"/>
              <a:buFont typeface="Arial"/>
              <a:buNone/>
            </a:pPr>
            <a:r>
              <a:t/>
            </a:r>
            <a:endParaRPr sz="1100">
              <a:latin typeface="Quattrocento Sans"/>
              <a:ea typeface="Quattrocento Sans"/>
              <a:cs typeface="Quattrocento Sans"/>
              <a:sym typeface="Quattrocento Sans"/>
            </a:endParaRPr>
          </a:p>
        </p:txBody>
      </p:sp>
      <p:sp>
        <p:nvSpPr>
          <p:cNvPr id="69" name="Google Shape;69;p13"/>
          <p:cNvSpPr txBox="1"/>
          <p:nvPr>
            <p:ph type="title"/>
          </p:nvPr>
        </p:nvSpPr>
        <p:spPr>
          <a:xfrm>
            <a:off x="0" y="273250"/>
            <a:ext cx="9144000" cy="1098300"/>
          </a:xfrm>
          <a:prstGeom prst="rect">
            <a:avLst/>
          </a:prstGeom>
          <a:noFill/>
          <a:ln>
            <a:noFill/>
          </a:ln>
        </p:spPr>
        <p:txBody>
          <a:bodyPr anchorCtr="0" anchor="t" bIns="91400" lIns="91400" spcFirstLastPara="1" rIns="91400" wrap="square" tIns="91400">
            <a:noAutofit/>
          </a:bodyPr>
          <a:lstStyle/>
          <a:p>
            <a:pPr indent="0" lvl="0" marL="0" rtl="0" algn="ctr">
              <a:lnSpc>
                <a:spcPct val="100000"/>
              </a:lnSpc>
              <a:spcBef>
                <a:spcPts val="0"/>
              </a:spcBef>
              <a:spcAft>
                <a:spcPts val="0"/>
              </a:spcAft>
              <a:buSzPts val="3000"/>
              <a:buNone/>
            </a:pPr>
            <a:r>
              <a:rPr lang="az-Latn-AZ"/>
              <a:t>Ağıllı davamiyyət sistemi tam olaraq nədir?</a:t>
            </a:r>
            <a:endParaRPr/>
          </a:p>
        </p:txBody>
      </p:sp>
      <p:sp>
        <p:nvSpPr>
          <p:cNvPr id="70" name="Google Shape;70;p13"/>
          <p:cNvSpPr txBox="1"/>
          <p:nvPr/>
        </p:nvSpPr>
        <p:spPr>
          <a:xfrm>
            <a:off x="4321116" y="1022052"/>
            <a:ext cx="3880500" cy="4617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2"/>
              </a:solidFill>
              <a:latin typeface="Montserrat"/>
              <a:ea typeface="Montserrat"/>
              <a:cs typeface="Montserrat"/>
              <a:sym typeface="Montserrat"/>
            </a:endParaRPr>
          </a:p>
        </p:txBody>
      </p:sp>
      <p:sp>
        <p:nvSpPr>
          <p:cNvPr id="71" name="Google Shape;71;p13"/>
          <p:cNvSpPr txBox="1"/>
          <p:nvPr/>
        </p:nvSpPr>
        <p:spPr>
          <a:xfrm>
            <a:off x="242961" y="3219208"/>
            <a:ext cx="3497250" cy="335639"/>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t/>
            </a:r>
            <a:endParaRPr b="0" i="0" sz="1600" u="none" cap="none" strike="noStrike">
              <a:solidFill>
                <a:srgbClr val="000000"/>
              </a:solidFill>
              <a:latin typeface="Arial"/>
              <a:ea typeface="Arial"/>
              <a:cs typeface="Arial"/>
              <a:sym typeface="Arial"/>
            </a:endParaRPr>
          </a:p>
        </p:txBody>
      </p:sp>
      <p:pic>
        <p:nvPicPr>
          <p:cNvPr id="72" name="Google Shape;72;p13"/>
          <p:cNvPicPr preferRelativeResize="0"/>
          <p:nvPr/>
        </p:nvPicPr>
        <p:blipFill rotWithShape="1">
          <a:blip r:embed="rId3">
            <a:alphaModFix/>
          </a:blip>
          <a:srcRect b="0" l="0" r="0" t="0"/>
          <a:stretch/>
        </p:blipFill>
        <p:spPr>
          <a:xfrm>
            <a:off x="4572000" y="960004"/>
            <a:ext cx="3073348" cy="3073348"/>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 name="Shape 76"/>
        <p:cNvGrpSpPr/>
        <p:nvPr/>
      </p:nvGrpSpPr>
      <p:grpSpPr>
        <a:xfrm>
          <a:off x="0" y="0"/>
          <a:ext cx="0" cy="0"/>
          <a:chOff x="0" y="0"/>
          <a:chExt cx="0" cy="0"/>
        </a:xfrm>
      </p:grpSpPr>
      <p:sp>
        <p:nvSpPr>
          <p:cNvPr id="77" name="Google Shape;77;p14"/>
          <p:cNvSpPr txBox="1"/>
          <p:nvPr>
            <p:ph idx="1" type="subTitle"/>
          </p:nvPr>
        </p:nvSpPr>
        <p:spPr>
          <a:xfrm>
            <a:off x="-12" y="845919"/>
            <a:ext cx="5033100" cy="2379900"/>
          </a:xfrm>
          <a:prstGeom prst="rect">
            <a:avLst/>
          </a:prstGeom>
          <a:noFill/>
          <a:ln>
            <a:noFill/>
          </a:ln>
        </p:spPr>
        <p:txBody>
          <a:bodyPr anchorCtr="0" anchor="t" bIns="91400" lIns="91400" spcFirstLastPara="1" rIns="91400" wrap="square" tIns="91400">
            <a:noAutofit/>
          </a:bodyPr>
          <a:lstStyle/>
          <a:p>
            <a:pPr indent="-342900" lvl="0" marL="457200" rtl="0" algn="l">
              <a:lnSpc>
                <a:spcPct val="100000"/>
              </a:lnSpc>
              <a:spcBef>
                <a:spcPts val="0"/>
              </a:spcBef>
              <a:spcAft>
                <a:spcPts val="0"/>
              </a:spcAft>
              <a:buClr>
                <a:schemeClr val="dk1"/>
              </a:buClr>
              <a:buSzPts val="3000"/>
              <a:buFont typeface="Arial"/>
              <a:buChar char="•"/>
            </a:pPr>
            <a:r>
              <a:rPr b="1" i="0" lang="az-Latn-AZ" sz="700" u="none">
                <a:solidFill>
                  <a:srgbClr val="000000"/>
                </a:solidFill>
                <a:latin typeface="Times New Roman"/>
                <a:ea typeface="Times New Roman"/>
                <a:cs typeface="Times New Roman"/>
                <a:sym typeface="Times New Roman"/>
              </a:rPr>
              <a:t> </a:t>
            </a:r>
            <a:r>
              <a:rPr b="1" i="0" lang="az-Latn-AZ" sz="2000" u="none" cap="none" strike="noStrike">
                <a:solidFill>
                  <a:schemeClr val="dk1"/>
                </a:solidFill>
                <a:latin typeface="Vidaloka"/>
                <a:ea typeface="Vidaloka"/>
                <a:cs typeface="Vidaloka"/>
                <a:sym typeface="Vidaloka"/>
              </a:rPr>
              <a:t>Biz bu sistemi tətbiq etməkdə əsas məqsədimiz, şagirdlərin dərsə iştirakının qeydiyyat prosesini tamamilə avtomatlaşdırmaq və bununla da məktəb heyətinin inzibati yükünü əhəmiyyətli dərəcədə azaltmaqdır</a:t>
            </a:r>
            <a:r>
              <a:rPr b="1" i="0" lang="az-Latn-AZ" sz="700" u="none">
                <a:solidFill>
                  <a:srgbClr val="000000"/>
                </a:solidFill>
                <a:latin typeface="Times New Roman"/>
                <a:ea typeface="Times New Roman"/>
                <a:cs typeface="Times New Roman"/>
                <a:sym typeface="Times New Roman"/>
              </a:rPr>
              <a:t>.</a:t>
            </a:r>
            <a:endParaRPr b="1" sz="800"/>
          </a:p>
        </p:txBody>
      </p:sp>
      <p:sp>
        <p:nvSpPr>
          <p:cNvPr id="78" name="Google Shape;78;p14"/>
          <p:cNvSpPr txBox="1"/>
          <p:nvPr>
            <p:ph type="title"/>
          </p:nvPr>
        </p:nvSpPr>
        <p:spPr>
          <a:xfrm>
            <a:off x="0" y="273225"/>
            <a:ext cx="9144000" cy="5727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3000"/>
              <a:buNone/>
            </a:pPr>
            <a:r>
              <a:rPr lang="az-Latn-AZ"/>
              <a:t>Biz bunu niyə edirik?</a:t>
            </a:r>
            <a:endParaRPr/>
          </a:p>
        </p:txBody>
      </p:sp>
      <p:sp>
        <p:nvSpPr>
          <p:cNvPr id="79" name="Google Shape;79;p14"/>
          <p:cNvSpPr txBox="1"/>
          <p:nvPr/>
        </p:nvSpPr>
        <p:spPr>
          <a:xfrm>
            <a:off x="5618450" y="1212625"/>
            <a:ext cx="3546900" cy="4617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2"/>
              </a:solidFill>
              <a:latin typeface="Montserrat"/>
              <a:ea typeface="Montserrat"/>
              <a:cs typeface="Montserrat"/>
              <a:sym typeface="Montserrat"/>
            </a:endParaRPr>
          </a:p>
        </p:txBody>
      </p:sp>
      <p:sp>
        <p:nvSpPr>
          <p:cNvPr id="80" name="Google Shape;80;p14"/>
          <p:cNvSpPr txBox="1"/>
          <p:nvPr/>
        </p:nvSpPr>
        <p:spPr>
          <a:xfrm>
            <a:off x="4664199" y="845921"/>
            <a:ext cx="3638400" cy="2216400"/>
          </a:xfrm>
          <a:prstGeom prst="rect">
            <a:avLst/>
          </a:prstGeom>
          <a:noFill/>
          <a:ln>
            <a:noFill/>
          </a:ln>
        </p:spPr>
        <p:txBody>
          <a:bodyPr anchorCtr="0" anchor="t" bIns="45700" lIns="91425" spcFirstLastPara="1" rIns="91425" wrap="square" tIns="45700">
            <a:spAutoFit/>
          </a:bodyPr>
          <a:lstStyle/>
          <a:p>
            <a:pPr indent="-342900" lvl="0" marL="457200" marR="0" rtl="0" algn="l">
              <a:lnSpc>
                <a:spcPct val="100000"/>
              </a:lnSpc>
              <a:spcBef>
                <a:spcPts val="0"/>
              </a:spcBef>
              <a:spcAft>
                <a:spcPts val="0"/>
              </a:spcAft>
              <a:buClr>
                <a:schemeClr val="dk1"/>
              </a:buClr>
              <a:buSzPts val="3000"/>
              <a:buChar char="•"/>
            </a:pPr>
            <a:r>
              <a:rPr b="1" i="0" lang="az-Latn-AZ" sz="1800" u="none" cap="none" strike="noStrike"/>
              <a:t>Bu ağıllı proqram təminatı ilə məktəbiniz daha təhlükəsiz, müəllimlər isə daha az yüklənmiş olacaq!</a:t>
            </a:r>
            <a:r>
              <a:rPr b="1" lang="az-Latn-AZ" sz="1800"/>
              <a:t> </a:t>
            </a:r>
            <a:r>
              <a:rPr b="1" i="0" lang="az-Latn-AZ" sz="1800" u="none" cap="none" strike="noStrike"/>
              <a:t>jurnal yazmaq üçün sərf olunan vaxt isə xeyli qısalır. </a:t>
            </a:r>
            <a:endParaRPr b="1" i="0" sz="1800" u="none" cap="none" strike="noStrike">
              <a:solidFill>
                <a:srgbClr val="000000"/>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sp>
        <p:nvSpPr>
          <p:cNvPr id="85" name="Google Shape;85;p15"/>
          <p:cNvSpPr txBox="1"/>
          <p:nvPr>
            <p:ph type="title"/>
          </p:nvPr>
        </p:nvSpPr>
        <p:spPr>
          <a:xfrm>
            <a:off x="-8139" y="281399"/>
            <a:ext cx="4270500" cy="12912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9000"/>
              <a:buNone/>
            </a:pPr>
            <a:r>
              <a:rPr lang="az-Latn-AZ"/>
              <a:t>Asanlıq!</a:t>
            </a:r>
            <a:endParaRPr/>
          </a:p>
        </p:txBody>
      </p:sp>
      <p:sp>
        <p:nvSpPr>
          <p:cNvPr id="86" name="Google Shape;86;p15"/>
          <p:cNvSpPr txBox="1"/>
          <p:nvPr>
            <p:ph idx="1" type="subTitle"/>
          </p:nvPr>
        </p:nvSpPr>
        <p:spPr>
          <a:xfrm>
            <a:off x="-68447" y="1455149"/>
            <a:ext cx="4391100" cy="1965000"/>
          </a:xfrm>
          <a:prstGeom prst="rect">
            <a:avLst/>
          </a:prstGeom>
          <a:noFill/>
          <a:ln>
            <a:noFill/>
          </a:ln>
        </p:spPr>
        <p:txBody>
          <a:bodyPr anchorCtr="0" anchor="t" bIns="91400" lIns="91400" spcFirstLastPara="1" rIns="91400" wrap="square" tIns="91400">
            <a:noAutofit/>
          </a:bodyPr>
          <a:lstStyle/>
          <a:p>
            <a:pPr indent="-217793" lvl="0" marL="217793" marR="0" rtl="0" algn="ctr">
              <a:lnSpc>
                <a:spcPct val="100000"/>
              </a:lnSpc>
              <a:spcBef>
                <a:spcPts val="0"/>
              </a:spcBef>
              <a:spcAft>
                <a:spcPts val="0"/>
              </a:spcAft>
              <a:buClr>
                <a:schemeClr val="dk2"/>
              </a:buClr>
              <a:buSzPts val="1800"/>
              <a:buFont typeface="Arial"/>
              <a:buChar char="•"/>
            </a:pPr>
            <a:r>
              <a:rPr b="1" lang="az-Latn-AZ" sz="1600"/>
              <a:t>Bu, intuitiv interfeysə malik olub, istifadəçi dostu şəkildə dizayn edilmiş Qrafik İstifadəçi İnterfeysidir (GUI). Bu sistemin istifadəsi minimum təlimlə, hətta texniki bilikləri olmayanlar üçün də son dərəcə asandır</a:t>
            </a:r>
            <a:r>
              <a:rPr b="1" lang="az-Latn-AZ" sz="1400">
                <a:solidFill>
                  <a:srgbClr val="000000"/>
                </a:solidFill>
                <a:latin typeface="Times New Roman"/>
                <a:ea typeface="Times New Roman"/>
                <a:cs typeface="Times New Roman"/>
                <a:sym typeface="Times New Roman"/>
              </a:rPr>
              <a:t>.</a:t>
            </a:r>
            <a:endParaRPr b="1" sz="1600"/>
          </a:p>
        </p:txBody>
      </p:sp>
      <p:pic>
        <p:nvPicPr>
          <p:cNvPr id="87" name="Google Shape;87;p15"/>
          <p:cNvPicPr preferRelativeResize="0"/>
          <p:nvPr/>
        </p:nvPicPr>
        <p:blipFill rotWithShape="1">
          <a:blip r:embed="rId3">
            <a:alphaModFix/>
          </a:blip>
          <a:srcRect b="3605" l="0" r="0" t="0"/>
          <a:stretch/>
        </p:blipFill>
        <p:spPr>
          <a:xfrm>
            <a:off x="4322651" y="1009657"/>
            <a:ext cx="4752900" cy="3124200"/>
          </a:xfrm>
          <a:prstGeom prst="rect">
            <a:avLst/>
          </a:prstGeom>
          <a:noFill/>
          <a:ln>
            <a:noFill/>
          </a:ln>
        </p:spPr>
      </p:pic>
      <p:sp>
        <p:nvSpPr>
          <p:cNvPr id="88" name="Google Shape;88;p15"/>
          <p:cNvSpPr txBox="1"/>
          <p:nvPr/>
        </p:nvSpPr>
        <p:spPr>
          <a:xfrm>
            <a:off x="175" y="3294150"/>
            <a:ext cx="4253700" cy="1600800"/>
          </a:xfrm>
          <a:prstGeom prst="rect">
            <a:avLst/>
          </a:prstGeom>
          <a:noFill/>
          <a:ln>
            <a:noFill/>
          </a:ln>
        </p:spPr>
        <p:txBody>
          <a:bodyPr anchorCtr="0" anchor="t" bIns="45700" lIns="91425" spcFirstLastPara="1" rIns="91425" wrap="square" tIns="45700">
            <a:spAutoFit/>
          </a:bodyPr>
          <a:lstStyle/>
          <a:p>
            <a:pPr indent="-217792" lvl="0" marL="217792" marR="0" rtl="0" algn="ctr">
              <a:lnSpc>
                <a:spcPct val="100000"/>
              </a:lnSpc>
              <a:spcBef>
                <a:spcPts val="0"/>
              </a:spcBef>
              <a:spcAft>
                <a:spcPts val="0"/>
              </a:spcAft>
              <a:buClr>
                <a:schemeClr val="dk2"/>
              </a:buClr>
              <a:buSzPts val="1800"/>
              <a:buChar char="•"/>
            </a:pPr>
            <a:r>
              <a:rPr b="1" i="0" lang="az-Latn-AZ" sz="1600" u="none" cap="none" strike="noStrike"/>
              <a:t>İstifadə rahatlığı sayəsində sistem hər yaşda və hər texnoloji səviyyədə olan müəllimlər üçün əlçatan olur. Sadə interfeys dərs prosesini sürətləndirir və müəllimlərə daha çox vaxtı tədrisə ayırmaq imkanı yaradır.</a:t>
            </a:r>
            <a:endParaRPr b="1" i="0" sz="1600" u="none" cap="none" strike="noStrike">
              <a:solidFill>
                <a:srgbClr val="000000"/>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 name="Shape 93"/>
        <p:cNvGrpSpPr/>
        <p:nvPr/>
      </p:nvGrpSpPr>
      <p:grpSpPr>
        <a:xfrm>
          <a:off x="0" y="0"/>
          <a:ext cx="0" cy="0"/>
          <a:chOff x="0" y="0"/>
          <a:chExt cx="0" cy="0"/>
        </a:xfrm>
      </p:grpSpPr>
      <p:sp>
        <p:nvSpPr>
          <p:cNvPr id="94" name="Google Shape;94;p16"/>
          <p:cNvSpPr txBox="1"/>
          <p:nvPr>
            <p:ph type="title"/>
          </p:nvPr>
        </p:nvSpPr>
        <p:spPr>
          <a:xfrm>
            <a:off x="4647000" y="271950"/>
            <a:ext cx="4512900" cy="1291200"/>
          </a:xfrm>
          <a:prstGeom prst="rect">
            <a:avLst/>
          </a:prstGeom>
          <a:noFill/>
          <a:ln>
            <a:noFill/>
          </a:ln>
        </p:spPr>
        <p:txBody>
          <a:bodyPr anchorCtr="0" anchor="t" bIns="91400" lIns="91400" spcFirstLastPara="1" rIns="91400" wrap="square" tIns="91400">
            <a:noAutofit/>
          </a:bodyPr>
          <a:lstStyle/>
          <a:p>
            <a:pPr indent="0" lvl="0" marL="0" rtl="0" algn="ctr">
              <a:lnSpc>
                <a:spcPct val="100000"/>
              </a:lnSpc>
              <a:spcBef>
                <a:spcPts val="0"/>
              </a:spcBef>
              <a:spcAft>
                <a:spcPts val="0"/>
              </a:spcAft>
              <a:buSzPts val="9000"/>
              <a:buNone/>
            </a:pPr>
            <a:r>
              <a:rPr lang="az-Latn-AZ"/>
              <a:t>Sürət!</a:t>
            </a:r>
            <a:endParaRPr/>
          </a:p>
        </p:txBody>
      </p:sp>
      <p:sp>
        <p:nvSpPr>
          <p:cNvPr id="95" name="Google Shape;95;p16"/>
          <p:cNvSpPr txBox="1"/>
          <p:nvPr>
            <p:ph idx="1" type="subTitle"/>
          </p:nvPr>
        </p:nvSpPr>
        <p:spPr>
          <a:xfrm>
            <a:off x="4630962" y="1430413"/>
            <a:ext cx="4545000" cy="927600"/>
          </a:xfrm>
          <a:prstGeom prst="rect">
            <a:avLst/>
          </a:prstGeom>
          <a:noFill/>
          <a:ln>
            <a:noFill/>
          </a:ln>
        </p:spPr>
        <p:txBody>
          <a:bodyPr anchorCtr="0" anchor="t" bIns="91400" lIns="91400" spcFirstLastPara="1" rIns="91400" wrap="square" tIns="91400">
            <a:noAutofit/>
          </a:bodyPr>
          <a:lstStyle/>
          <a:p>
            <a:pPr indent="-342900" lvl="0" marL="457200" marR="0" rtl="0" algn="ctr">
              <a:lnSpc>
                <a:spcPct val="100000"/>
              </a:lnSpc>
              <a:spcBef>
                <a:spcPts val="0"/>
              </a:spcBef>
              <a:spcAft>
                <a:spcPts val="0"/>
              </a:spcAft>
              <a:buClr>
                <a:schemeClr val="dk2"/>
              </a:buClr>
              <a:buSzPts val="1800"/>
              <a:buFont typeface="Montserrat"/>
              <a:buNone/>
            </a:pPr>
            <a:r>
              <a:rPr b="0" i="0" lang="az-Latn-AZ" sz="1200" u="none" cap="none" strike="noStrike">
                <a:solidFill>
                  <a:schemeClr val="dk2"/>
                </a:solidFill>
                <a:latin typeface="Montserrat"/>
                <a:ea typeface="Montserrat"/>
                <a:cs typeface="Montserrat"/>
                <a:sym typeface="Montserrat"/>
              </a:rPr>
              <a:t>Artıq jurnal yerinə elektron sistemdən istifadə olunur, ona görə də bütün məlumatlar birbaşa m</a:t>
            </a:r>
            <a:r>
              <a:rPr lang="az-Latn-AZ" sz="1200"/>
              <a:t>əktəb </a:t>
            </a:r>
            <a:r>
              <a:rPr b="0" i="0" lang="az-Latn-AZ" sz="1200" u="none" cap="none" strike="noStrike">
                <a:solidFill>
                  <a:schemeClr val="dk2"/>
                </a:solidFill>
                <a:latin typeface="Montserrat"/>
                <a:ea typeface="Montserrat"/>
                <a:cs typeface="Montserrat"/>
                <a:sym typeface="Montserrat"/>
              </a:rPr>
              <a:t>direktorun kompüterinə gedəcək.</a:t>
            </a:r>
            <a:endParaRPr sz="1200"/>
          </a:p>
        </p:txBody>
      </p:sp>
      <p:pic>
        <p:nvPicPr>
          <p:cNvPr id="96" name="Google Shape;96;p16"/>
          <p:cNvPicPr preferRelativeResize="0"/>
          <p:nvPr/>
        </p:nvPicPr>
        <p:blipFill rotWithShape="1">
          <a:blip r:embed="rId3">
            <a:alphaModFix/>
          </a:blip>
          <a:srcRect b="0" l="0" r="0" t="0"/>
          <a:stretch/>
        </p:blipFill>
        <p:spPr>
          <a:xfrm>
            <a:off x="157974" y="431331"/>
            <a:ext cx="4233170" cy="4280835"/>
          </a:xfrm>
          <a:prstGeom prst="rect">
            <a:avLst/>
          </a:prstGeom>
          <a:noFill/>
          <a:ln>
            <a:noFill/>
          </a:ln>
        </p:spPr>
      </p:pic>
      <p:sp>
        <p:nvSpPr>
          <p:cNvPr id="97" name="Google Shape;97;p16"/>
          <p:cNvSpPr txBox="1"/>
          <p:nvPr/>
        </p:nvSpPr>
        <p:spPr>
          <a:xfrm>
            <a:off x="5226000" y="2028475"/>
            <a:ext cx="3354900" cy="9543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5000"/>
              <a:buFont typeface="Arial"/>
              <a:buNone/>
            </a:pPr>
            <a:r>
              <a:rPr b="0" i="0" lang="az-Latn-AZ" sz="5000" u="none" cap="none" strike="noStrike">
                <a:solidFill>
                  <a:schemeClr val="dk1"/>
                </a:solidFill>
                <a:latin typeface="Vidaloka"/>
                <a:ea typeface="Vidaloka"/>
                <a:cs typeface="Vidaloka"/>
                <a:sym typeface="Vidaloka"/>
              </a:rPr>
              <a:t>TechStack</a:t>
            </a:r>
            <a:endParaRPr b="0" i="0" sz="5000" u="none" cap="none" strike="noStrike">
              <a:solidFill>
                <a:schemeClr val="dk2"/>
              </a:solidFill>
              <a:latin typeface="Montserrat"/>
              <a:ea typeface="Montserrat"/>
              <a:cs typeface="Montserrat"/>
              <a:sym typeface="Montserrat"/>
            </a:endParaRPr>
          </a:p>
        </p:txBody>
      </p:sp>
      <p:sp>
        <p:nvSpPr>
          <p:cNvPr id="98" name="Google Shape;98;p16"/>
          <p:cNvSpPr txBox="1"/>
          <p:nvPr/>
        </p:nvSpPr>
        <p:spPr>
          <a:xfrm>
            <a:off x="4647000" y="2982775"/>
            <a:ext cx="4314900" cy="3387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000"/>
              <a:buFont typeface="Arial"/>
              <a:buNone/>
            </a:pPr>
            <a:r>
              <a:rPr b="1" i="0" lang="az-Latn-AZ" sz="1000" u="none" cap="none" strike="noStrike">
                <a:solidFill>
                  <a:schemeClr val="dk2"/>
                </a:solidFill>
                <a:latin typeface="Montserrat"/>
                <a:ea typeface="Montserrat"/>
                <a:cs typeface="Montserrat"/>
                <a:sym typeface="Montserrat"/>
              </a:rPr>
              <a:t>Proqram üçün əsasən Python dilindən istifadə olunub.</a:t>
            </a:r>
            <a:endParaRPr b="1" i="0" sz="1000" u="none" cap="none" strike="noStrike">
              <a:solidFill>
                <a:schemeClr val="dk2"/>
              </a:solidFill>
              <a:latin typeface="Montserrat"/>
              <a:ea typeface="Montserrat"/>
              <a:cs typeface="Montserrat"/>
              <a:sym typeface="Montserrat"/>
            </a:endParaRPr>
          </a:p>
        </p:txBody>
      </p:sp>
      <p:sp>
        <p:nvSpPr>
          <p:cNvPr id="99" name="Google Shape;99;p16"/>
          <p:cNvSpPr txBox="1"/>
          <p:nvPr/>
        </p:nvSpPr>
        <p:spPr>
          <a:xfrm>
            <a:off x="4647000" y="3169925"/>
            <a:ext cx="4215000" cy="1539000"/>
          </a:xfrm>
          <a:prstGeom prst="rect">
            <a:avLst/>
          </a:prstGeom>
          <a:noFill/>
          <a:ln>
            <a:noFill/>
          </a:ln>
        </p:spPr>
        <p:txBody>
          <a:bodyPr anchorCtr="0" anchor="t" bIns="91425" lIns="91425" spcFirstLastPara="1" rIns="91425" wrap="square" tIns="91425">
            <a:noAutofit/>
          </a:bodyPr>
          <a:lstStyle/>
          <a:p>
            <a:pPr indent="-292100" lvl="0" marL="457200" marR="0" rtl="0" algn="l">
              <a:lnSpc>
                <a:spcPct val="100000"/>
              </a:lnSpc>
              <a:spcBef>
                <a:spcPts val="0"/>
              </a:spcBef>
              <a:spcAft>
                <a:spcPts val="0"/>
              </a:spcAft>
              <a:buClr>
                <a:schemeClr val="dk2"/>
              </a:buClr>
              <a:buSzPts val="1000"/>
              <a:buFont typeface="Montserrat"/>
              <a:buChar char="●"/>
            </a:pPr>
            <a:r>
              <a:rPr b="1" i="0" lang="az-Latn-AZ" sz="1000" u="none" cap="none" strike="noStrike">
                <a:solidFill>
                  <a:schemeClr val="dk2"/>
                </a:solidFill>
                <a:latin typeface="Montserrat"/>
                <a:ea typeface="Montserrat"/>
                <a:cs typeface="Montserrat"/>
                <a:sym typeface="Montserrat"/>
              </a:rPr>
              <a:t>OpenCV-Python: Kamera və görüntü emalı üçün.</a:t>
            </a:r>
            <a:endParaRPr b="1" i="0" sz="1000" u="none" cap="none" strike="noStrike">
              <a:solidFill>
                <a:schemeClr val="dk2"/>
              </a:solidFill>
              <a:latin typeface="Montserrat"/>
              <a:ea typeface="Montserrat"/>
              <a:cs typeface="Montserrat"/>
              <a:sym typeface="Montserrat"/>
            </a:endParaRPr>
          </a:p>
          <a:p>
            <a:pPr indent="-292100" lvl="0" marL="457200" marR="0" rtl="0" algn="l">
              <a:lnSpc>
                <a:spcPct val="100000"/>
              </a:lnSpc>
              <a:spcBef>
                <a:spcPts val="0"/>
              </a:spcBef>
              <a:spcAft>
                <a:spcPts val="0"/>
              </a:spcAft>
              <a:buClr>
                <a:schemeClr val="dk2"/>
              </a:buClr>
              <a:buSzPts val="1000"/>
              <a:buFont typeface="Montserrat"/>
              <a:buChar char="●"/>
            </a:pPr>
            <a:r>
              <a:rPr b="1" i="0" lang="az-Latn-AZ" sz="1000" u="none" cap="none" strike="noStrike">
                <a:solidFill>
                  <a:schemeClr val="dk2"/>
                </a:solidFill>
                <a:latin typeface="Montserrat"/>
                <a:ea typeface="Montserrat"/>
                <a:cs typeface="Montserrat"/>
                <a:sym typeface="Montserrat"/>
              </a:rPr>
              <a:t>NumPy: Tanıma prosesi və hesablama əməliyyatları üçün.</a:t>
            </a:r>
            <a:endParaRPr b="1" i="0" sz="1000" u="none" cap="none" strike="noStrike">
              <a:solidFill>
                <a:schemeClr val="dk2"/>
              </a:solidFill>
              <a:latin typeface="Montserrat"/>
              <a:ea typeface="Montserrat"/>
              <a:cs typeface="Montserrat"/>
              <a:sym typeface="Montserrat"/>
            </a:endParaRPr>
          </a:p>
          <a:p>
            <a:pPr indent="-292100" lvl="0" marL="457200" marR="0" rtl="0" algn="l">
              <a:lnSpc>
                <a:spcPct val="100000"/>
              </a:lnSpc>
              <a:spcBef>
                <a:spcPts val="0"/>
              </a:spcBef>
              <a:spcAft>
                <a:spcPts val="0"/>
              </a:spcAft>
              <a:buClr>
                <a:schemeClr val="dk2"/>
              </a:buClr>
              <a:buSzPts val="1000"/>
              <a:buFont typeface="Montserrat"/>
              <a:buChar char="●"/>
            </a:pPr>
            <a:r>
              <a:rPr b="1" i="0" lang="az-Latn-AZ" sz="1000" u="none" cap="none" strike="noStrike">
                <a:solidFill>
                  <a:schemeClr val="dk2"/>
                </a:solidFill>
                <a:latin typeface="Montserrat"/>
                <a:ea typeface="Montserrat"/>
                <a:cs typeface="Montserrat"/>
                <a:sym typeface="Montserrat"/>
              </a:rPr>
              <a:t>DeepFace: Süni intellekt əsaslı üz tanıma və analiz üçün.</a:t>
            </a:r>
            <a:endParaRPr b="1" i="0" sz="1000" u="none" cap="none" strike="noStrike">
              <a:solidFill>
                <a:schemeClr val="dk2"/>
              </a:solidFill>
              <a:latin typeface="Montserrat"/>
              <a:ea typeface="Montserrat"/>
              <a:cs typeface="Montserrat"/>
              <a:sym typeface="Montserrat"/>
            </a:endParaRPr>
          </a:p>
          <a:p>
            <a:pPr indent="-292100" lvl="0" marL="457200" marR="0" rtl="0" algn="l">
              <a:lnSpc>
                <a:spcPct val="100000"/>
              </a:lnSpc>
              <a:spcBef>
                <a:spcPts val="0"/>
              </a:spcBef>
              <a:spcAft>
                <a:spcPts val="0"/>
              </a:spcAft>
              <a:buClr>
                <a:schemeClr val="dk2"/>
              </a:buClr>
              <a:buSzPts val="1000"/>
              <a:buFont typeface="Montserrat"/>
              <a:buChar char="●"/>
            </a:pPr>
            <a:r>
              <a:rPr b="1" i="0" lang="az-Latn-AZ" sz="1000" u="none" cap="none" strike="noStrike">
                <a:solidFill>
                  <a:schemeClr val="dk2"/>
                </a:solidFill>
                <a:latin typeface="Montserrat"/>
                <a:ea typeface="Montserrat"/>
                <a:cs typeface="Montserrat"/>
                <a:sym typeface="Montserrat"/>
              </a:rPr>
              <a:t>TensorFlow &amp; Keras: GPU istifadə edərək sürətli dərin öyrənmə əməliyyatları üçün.</a:t>
            </a:r>
            <a:endParaRPr b="1" i="0" sz="1000" u="none" cap="none" strike="noStrike">
              <a:solidFill>
                <a:schemeClr val="dk2"/>
              </a:solidFill>
              <a:latin typeface="Montserrat"/>
              <a:ea typeface="Montserrat"/>
              <a:cs typeface="Montserrat"/>
              <a:sym typeface="Montserrat"/>
            </a:endParaRPr>
          </a:p>
          <a:p>
            <a:pPr indent="-292100" lvl="0" marL="457200" marR="0" rtl="0" algn="l">
              <a:lnSpc>
                <a:spcPct val="100000"/>
              </a:lnSpc>
              <a:spcBef>
                <a:spcPts val="0"/>
              </a:spcBef>
              <a:spcAft>
                <a:spcPts val="0"/>
              </a:spcAft>
              <a:buClr>
                <a:schemeClr val="dk2"/>
              </a:buClr>
              <a:buSzPts val="1000"/>
              <a:buFont typeface="Montserrat"/>
              <a:buChar char="●"/>
            </a:pPr>
            <a:r>
              <a:rPr b="1" i="0" lang="az-Latn-AZ" sz="1000" u="none" cap="none" strike="noStrike">
                <a:solidFill>
                  <a:schemeClr val="dk2"/>
                </a:solidFill>
                <a:latin typeface="Montserrat"/>
                <a:ea typeface="Montserrat"/>
                <a:cs typeface="Montserrat"/>
                <a:sym typeface="Montserrat"/>
              </a:rPr>
              <a:t>Playsound: Səs fayllarını oxutmaq üçün.</a:t>
            </a:r>
            <a:endParaRPr b="1" i="0" sz="1000" u="none" cap="none" strike="noStrike">
              <a:solidFill>
                <a:schemeClr val="dk2"/>
              </a:solidFill>
              <a:latin typeface="Montserrat"/>
              <a:ea typeface="Montserrat"/>
              <a:cs typeface="Montserrat"/>
              <a:sym typeface="Montserrat"/>
            </a:endParaRPr>
          </a:p>
          <a:p>
            <a:pPr indent="-292100" lvl="0" marL="457200" marR="0" rtl="0" algn="l">
              <a:lnSpc>
                <a:spcPct val="100000"/>
              </a:lnSpc>
              <a:spcBef>
                <a:spcPts val="0"/>
              </a:spcBef>
              <a:spcAft>
                <a:spcPts val="0"/>
              </a:spcAft>
              <a:buClr>
                <a:schemeClr val="dk2"/>
              </a:buClr>
              <a:buSzPts val="1000"/>
              <a:buFont typeface="Montserrat"/>
              <a:buChar char="●"/>
            </a:pPr>
            <a:r>
              <a:rPr b="1" i="0" lang="az-Latn-AZ" sz="1000" u="none" cap="none" strike="noStrike">
                <a:solidFill>
                  <a:schemeClr val="dk2"/>
                </a:solidFill>
                <a:latin typeface="Montserrat"/>
                <a:ea typeface="Montserrat"/>
                <a:cs typeface="Montserrat"/>
                <a:sym typeface="Montserrat"/>
              </a:rPr>
              <a:t>CustomTkinter: Modern və istifadəsi rahat istifadəçi interfeysi üçün.</a:t>
            </a:r>
            <a:endParaRPr b="1" i="0" sz="1000" u="none" cap="none" strike="noStrike">
              <a:solidFill>
                <a:schemeClr val="dk2"/>
              </a:solidFill>
              <a:latin typeface="Montserrat"/>
              <a:ea typeface="Montserrat"/>
              <a:cs typeface="Montserrat"/>
              <a:sym typeface="Montserrat"/>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 name="Shape 104"/>
        <p:cNvGrpSpPr/>
        <p:nvPr/>
      </p:nvGrpSpPr>
      <p:grpSpPr>
        <a:xfrm>
          <a:off x="0" y="0"/>
          <a:ext cx="0" cy="0"/>
          <a:chOff x="0" y="0"/>
          <a:chExt cx="0" cy="0"/>
        </a:xfrm>
      </p:grpSpPr>
      <p:sp>
        <p:nvSpPr>
          <p:cNvPr id="105" name="Google Shape;105;p17"/>
          <p:cNvSpPr txBox="1"/>
          <p:nvPr>
            <p:ph type="title"/>
          </p:nvPr>
        </p:nvSpPr>
        <p:spPr>
          <a:xfrm>
            <a:off x="-180854" y="295928"/>
            <a:ext cx="5835900" cy="12912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chemeClr val="dk1"/>
              </a:buClr>
              <a:buSzPts val="9000"/>
              <a:buFont typeface="Vidaloka"/>
              <a:buNone/>
            </a:pPr>
            <a:r>
              <a:rPr b="0" i="0" lang="az-Latn-AZ" sz="7000" u="none" cap="none" strike="noStrike">
                <a:solidFill>
                  <a:schemeClr val="dk1"/>
                </a:solidFill>
                <a:latin typeface="Vidaloka"/>
                <a:ea typeface="Vidaloka"/>
                <a:cs typeface="Vidaloka"/>
                <a:sym typeface="Vidaloka"/>
              </a:rPr>
              <a:t>Təhlükəsizlik!</a:t>
            </a:r>
            <a:endParaRPr b="0" i="0" sz="7000" u="none" cap="none" strike="noStrike">
              <a:solidFill>
                <a:schemeClr val="dk1"/>
              </a:solidFill>
              <a:latin typeface="Vidaloka"/>
              <a:ea typeface="Vidaloka"/>
              <a:cs typeface="Vidaloka"/>
              <a:sym typeface="Vidaloka"/>
            </a:endParaRPr>
          </a:p>
        </p:txBody>
      </p:sp>
      <p:pic>
        <p:nvPicPr>
          <p:cNvPr id="106" name="Google Shape;106;p17"/>
          <p:cNvPicPr preferRelativeResize="0"/>
          <p:nvPr/>
        </p:nvPicPr>
        <p:blipFill rotWithShape="1">
          <a:blip r:embed="rId3">
            <a:alphaModFix/>
          </a:blip>
          <a:srcRect b="0" l="0" r="0" t="0"/>
          <a:stretch/>
        </p:blipFill>
        <p:spPr>
          <a:xfrm>
            <a:off x="5728290" y="805068"/>
            <a:ext cx="3400062" cy="2353853"/>
          </a:xfrm>
          <a:prstGeom prst="rect">
            <a:avLst/>
          </a:prstGeom>
          <a:noFill/>
          <a:ln>
            <a:noFill/>
          </a:ln>
        </p:spPr>
      </p:pic>
      <p:sp>
        <p:nvSpPr>
          <p:cNvPr id="107" name="Google Shape;107;p17"/>
          <p:cNvSpPr txBox="1"/>
          <p:nvPr/>
        </p:nvSpPr>
        <p:spPr>
          <a:xfrm>
            <a:off x="0" y="1356900"/>
            <a:ext cx="5728200" cy="3109200"/>
          </a:xfrm>
          <a:prstGeom prst="rect">
            <a:avLst/>
          </a:prstGeom>
          <a:noFill/>
          <a:ln>
            <a:noFill/>
          </a:ln>
        </p:spPr>
        <p:txBody>
          <a:bodyPr anchorCtr="0" anchor="t" bIns="45700" lIns="91425" spcFirstLastPara="1" rIns="91425" wrap="square" tIns="45700">
            <a:spAutoFit/>
          </a:bodyPr>
          <a:lstStyle/>
          <a:p>
            <a:pPr indent="-214420" lvl="0" marL="354120" marR="0" rtl="0" algn="l">
              <a:lnSpc>
                <a:spcPct val="100000"/>
              </a:lnSpc>
              <a:spcBef>
                <a:spcPts val="0"/>
              </a:spcBef>
              <a:spcAft>
                <a:spcPts val="0"/>
              </a:spcAft>
              <a:buClr>
                <a:schemeClr val="dk2"/>
              </a:buClr>
              <a:buSzPts val="1400"/>
              <a:buChar char="•"/>
            </a:pPr>
            <a:r>
              <a:rPr b="1" lang="az-Latn-AZ">
                <a:solidFill>
                  <a:schemeClr val="dk2"/>
                </a:solidFill>
                <a:latin typeface="Montserrat"/>
                <a:ea typeface="Montserrat"/>
                <a:cs typeface="Montserrat"/>
                <a:sym typeface="Montserrat"/>
              </a:rPr>
              <a:t>Sistem məktəbin təhlükəsizlik kameralarına inteqrasiya olunduqda, kameralar vasitəsilə məktəbə daxil olan və məktəbə gəlməyən bütün şagirdləri avtomatik şəkildə tanıyır. Tanıma prosesi süni intellekt əsaslı üz tanıma texnologiyası ilə həyata keçirilir və bu sistem insan səhvinə yol vermədən 100% dəqiqliklə işləyir. Hər günün sonunda sistem bu məlumatları analiz edərək, kimlərin məktəbə gəldiyini, kimlərin gəlmədiyini və gəliş saatlarını qeyd edir. Toplanmış bütün məlumatlar avtomatik şəkildə Excel faylı formatında hazırlanır və məktəb direktorunun kompüterinə ötürülür. Direktor bu faylı açaraq, hər bir şagirdin davamiyyətini rahatlıqla izləyə, gün, həftə və ya ay üzrə hesabatlar əldə edə bilər.</a:t>
            </a:r>
            <a:endParaRPr b="1" i="0" u="none" cap="none" strike="noStrike">
              <a:solidFill>
                <a:srgbClr val="000000"/>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 name="Shape 111"/>
        <p:cNvGrpSpPr/>
        <p:nvPr/>
      </p:nvGrpSpPr>
      <p:grpSpPr>
        <a:xfrm>
          <a:off x="0" y="0"/>
          <a:ext cx="0" cy="0"/>
          <a:chOff x="0" y="0"/>
          <a:chExt cx="0" cy="0"/>
        </a:xfrm>
      </p:grpSpPr>
      <p:sp>
        <p:nvSpPr>
          <p:cNvPr id="112" name="Google Shape;112;p18"/>
          <p:cNvSpPr txBox="1"/>
          <p:nvPr>
            <p:ph type="ctrTitle"/>
          </p:nvPr>
        </p:nvSpPr>
        <p:spPr>
          <a:xfrm>
            <a:off x="1039973" y="1818835"/>
            <a:ext cx="7064100" cy="2052600"/>
          </a:xfrm>
          <a:prstGeom prst="rect">
            <a:avLst/>
          </a:prstGeom>
          <a:noFill/>
          <a:ln>
            <a:noFill/>
          </a:ln>
        </p:spPr>
        <p:txBody>
          <a:bodyPr anchorCtr="0" anchor="b" bIns="91400" lIns="91400" spcFirstLastPara="1" rIns="91400" wrap="square" tIns="91400">
            <a:noAutofit/>
          </a:bodyPr>
          <a:lstStyle/>
          <a:p>
            <a:pPr indent="0" lvl="0" marL="0" marR="0" rtl="0" algn="ctr">
              <a:lnSpc>
                <a:spcPct val="100000"/>
              </a:lnSpc>
              <a:spcBef>
                <a:spcPts val="0"/>
              </a:spcBef>
              <a:spcAft>
                <a:spcPts val="0"/>
              </a:spcAft>
              <a:buClr>
                <a:schemeClr val="dk1"/>
              </a:buClr>
              <a:buSzPts val="5200"/>
              <a:buFont typeface="Vidaloka"/>
              <a:buNone/>
            </a:pPr>
            <a:r>
              <a:rPr b="0" i="0" lang="az-Latn-AZ" sz="6500" u="none" cap="none" strike="noStrike">
                <a:solidFill>
                  <a:schemeClr val="dk1"/>
                </a:solidFill>
                <a:latin typeface="Vidaloka"/>
                <a:ea typeface="Vidaloka"/>
                <a:cs typeface="Vidaloka"/>
                <a:sym typeface="Vidaloka"/>
              </a:rPr>
              <a:t>Slaydın sonu</a:t>
            </a:r>
            <a:endParaRPr b="0" i="0" sz="6500" u="none" cap="none" strike="noStrike">
              <a:solidFill>
                <a:schemeClr val="dk1"/>
              </a:solidFill>
              <a:latin typeface="Vidaloka"/>
              <a:ea typeface="Vidaloka"/>
              <a:cs typeface="Vidaloka"/>
              <a:sym typeface="Vidaloka"/>
            </a:endParaRPr>
          </a:p>
          <a:p>
            <a:pPr indent="0" lvl="0" marL="0" rtl="0" algn="ctr">
              <a:lnSpc>
                <a:spcPct val="100000"/>
              </a:lnSpc>
              <a:spcBef>
                <a:spcPts val="0"/>
              </a:spcBef>
              <a:spcAft>
                <a:spcPts val="0"/>
              </a:spcAft>
              <a:buSzPts val="5200"/>
              <a:buNone/>
            </a:pPr>
            <a:r>
              <a:t/>
            </a:r>
            <a:endParaRPr/>
          </a:p>
        </p:txBody>
      </p:sp>
    </p:spTree>
  </p:cSld>
  <p:clrMapOvr>
    <a:masterClrMapping/>
  </p:clrMapOvr>
</p:sld>
</file>

<file path=ppt/theme/theme1.xml><?xml version="1.0" encoding="utf-8"?>
<a:theme xmlns:a="http://schemas.openxmlformats.org/drawingml/2006/main" xmlns:r="http://schemas.openxmlformats.org/officeDocument/2006/relationships" name="Minimalist Business Slides XL by Slidesgo">
  <a:themeElements>
    <a:clrScheme name="Simple Light">
      <a:dk1>
        <a:srgbClr val="000000"/>
      </a:dk1>
      <a:lt1>
        <a:srgbClr val="F5F2EE"/>
      </a:lt1>
      <a:dk2>
        <a:srgbClr val="000000"/>
      </a:dk2>
      <a:lt2>
        <a:srgbClr val="EEEEEE"/>
      </a:lt2>
      <a:accent1>
        <a:srgbClr val="3F3533"/>
      </a:accent1>
      <a:accent2>
        <a:srgbClr val="3F3533"/>
      </a:accent2>
      <a:accent3>
        <a:srgbClr val="3F3533"/>
      </a:accent3>
      <a:accent4>
        <a:srgbClr val="3F3533"/>
      </a:accent4>
      <a:accent5>
        <a:srgbClr val="3F3533"/>
      </a:accent5>
      <a:accent6>
        <a:srgbClr val="3F3533"/>
      </a:accent6>
      <a:hlink>
        <a:srgbClr val="000000"/>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