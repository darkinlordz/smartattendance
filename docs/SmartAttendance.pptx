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Montserrat SemiBold"/>
      <p:regular r:id="rId13"/>
      <p:bold r:id="rId14"/>
      <p:italic r:id="rId15"/>
      <p:boldItalic r:id="rId16"/>
    </p:embeddedFont>
    <p:embeddedFont>
      <p:font typeface="Montserrat"/>
      <p:regular r:id="rId17"/>
      <p:bold r:id="rId18"/>
      <p:italic r:id="rId19"/>
      <p:boldItalic r:id="rId20"/>
    </p:embeddedFont>
    <p:embeddedFont>
      <p:font typeface="Montserrat Medium"/>
      <p:regular r:id="rId21"/>
      <p:bold r:id="rId22"/>
      <p:italic r:id="rId23"/>
      <p:boldItalic r:id="rId24"/>
    </p:embeddedFont>
    <p:embeddedFont>
      <p:font typeface="Vidaloka"/>
      <p:regular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000000"/>
          </p15:clr>
        </p15:guide>
        <p15:guide id="2" orient="horz" pos="162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162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oldItalic.fntdata"/><Relationship Id="rId22" Type="http://schemas.openxmlformats.org/officeDocument/2006/relationships/font" Target="fonts/MontserratMedium-bold.fntdata"/><Relationship Id="rId21" Type="http://schemas.openxmlformats.org/officeDocument/2006/relationships/font" Target="fonts/MontserratMedium-regular.fntdata"/><Relationship Id="rId24" Type="http://schemas.openxmlformats.org/officeDocument/2006/relationships/font" Target="fonts/MontserratMedium-boldItalic.fntdata"/><Relationship Id="rId23" Type="http://schemas.openxmlformats.org/officeDocument/2006/relationships/font" Target="fonts/MontserratMedium-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Vidaloka-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MontserratSemiBold-regular.fntdata"/><Relationship Id="rId12" Type="http://schemas.openxmlformats.org/officeDocument/2006/relationships/slide" Target="slides/slide7.xml"/><Relationship Id="rId15" Type="http://schemas.openxmlformats.org/officeDocument/2006/relationships/font" Target="fonts/MontserratSemiBold-italic.fntdata"/><Relationship Id="rId14" Type="http://schemas.openxmlformats.org/officeDocument/2006/relationships/font" Target="fonts/MontserratSemiBold-bold.fntdata"/><Relationship Id="rId17" Type="http://schemas.openxmlformats.org/officeDocument/2006/relationships/font" Target="fonts/Montserrat-regular.fntdata"/><Relationship Id="rId16" Type="http://schemas.openxmlformats.org/officeDocument/2006/relationships/font" Target="fonts/MontserratSemiBold-boldItalic.fntdata"/><Relationship Id="rId19" Type="http://schemas.openxmlformats.org/officeDocument/2006/relationships/font" Target="fonts/Montserrat-italic.fntdata"/><Relationship Id="rId18" Type="http://schemas.openxmlformats.org/officeDocument/2006/relationships/font" Target="fonts/Montserra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91" name="Google Shape;9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az-Latn-AZ"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102" name="Google Shape;102;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az-Latn-AZ"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p:nvPr>
            <p:ph idx="2" type="sldImg"/>
          </p:nvPr>
        </p:nvSpPr>
        <p:spPr>
          <a:xfrm>
            <a:off x="38129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7:notes"/>
          <p:cNvSpPr txBox="1"/>
          <p:nvPr>
            <p:ph idx="1" type="body"/>
          </p:nvPr>
        </p:nvSpPr>
        <p:spPr>
          <a:xfrm>
            <a:off x="685800" y="4343400"/>
            <a:ext cx="5486400" cy="4114800"/>
          </a:xfrm>
          <a:prstGeom prst="rect">
            <a:avLst/>
          </a:prstGeom>
          <a:noFill/>
          <a:ln>
            <a:noFill/>
          </a:ln>
        </p:spPr>
        <p:txBody>
          <a:bodyPr anchorCtr="0" anchor="t" bIns="91400" lIns="91400" spcFirstLastPara="1" rIns="91400" wrap="square" tIns="91400">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039975" y="1324500"/>
            <a:ext cx="70641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65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 name="Google Shape;10;p2"/>
          <p:cNvSpPr txBox="1"/>
          <p:nvPr>
            <p:ph idx="1" type="subTitle"/>
          </p:nvPr>
        </p:nvSpPr>
        <p:spPr>
          <a:xfrm>
            <a:off x="1040000" y="3377100"/>
            <a:ext cx="7064100" cy="441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cxnSp>
        <p:nvCxnSpPr>
          <p:cNvPr id="11" name="Google Shape;11;p2"/>
          <p:cNvCxnSpPr/>
          <p:nvPr/>
        </p:nvCxnSpPr>
        <p:spPr>
          <a:xfrm>
            <a:off x="-72550" y="274100"/>
            <a:ext cx="9287400" cy="0"/>
          </a:xfrm>
          <a:prstGeom prst="straightConnector1">
            <a:avLst/>
          </a:prstGeom>
          <a:noFill/>
          <a:ln cap="flat" cmpd="sng" w="28575">
            <a:solidFill>
              <a:schemeClr val="accent1"/>
            </a:solidFill>
            <a:prstDash val="solid"/>
            <a:round/>
            <a:headEnd len="sm" w="sm" type="none"/>
            <a:tailEnd len="sm" w="sm" type="none"/>
          </a:ln>
        </p:spPr>
      </p:cxnSp>
      <p:cxnSp>
        <p:nvCxnSpPr>
          <p:cNvPr id="12" name="Google Shape;12;p2"/>
          <p:cNvCxnSpPr/>
          <p:nvPr/>
        </p:nvCxnSpPr>
        <p:spPr>
          <a:xfrm flipH="1">
            <a:off x="-257975" y="-72550"/>
            <a:ext cx="3047400" cy="1346400"/>
          </a:xfrm>
          <a:prstGeom prst="curvedConnector3">
            <a:avLst>
              <a:gd fmla="val 50000" name="adj1"/>
            </a:avLst>
          </a:prstGeom>
          <a:noFill/>
          <a:ln cap="flat" cmpd="sng" w="28575">
            <a:solidFill>
              <a:schemeClr val="accent2"/>
            </a:solidFill>
            <a:prstDash val="solid"/>
            <a:round/>
            <a:headEnd len="sm" w="sm" type="none"/>
            <a:tailEnd len="sm" w="sm" type="none"/>
          </a:ln>
        </p:spPr>
      </p:cxnSp>
      <p:cxnSp>
        <p:nvCxnSpPr>
          <p:cNvPr id="13" name="Google Shape;13;p2"/>
          <p:cNvCxnSpPr/>
          <p:nvPr/>
        </p:nvCxnSpPr>
        <p:spPr>
          <a:xfrm>
            <a:off x="-72550" y="4877450"/>
            <a:ext cx="9287400" cy="0"/>
          </a:xfrm>
          <a:prstGeom prst="straightConnector1">
            <a:avLst/>
          </a:prstGeom>
          <a:noFill/>
          <a:ln cap="flat" cmpd="sng" w="28575">
            <a:solidFill>
              <a:schemeClr val="accent1"/>
            </a:solidFill>
            <a:prstDash val="solid"/>
            <a:round/>
            <a:headEnd len="sm" w="sm" type="none"/>
            <a:tailEnd len="sm" w="sm" type="none"/>
          </a:ln>
        </p:spPr>
      </p:cxnSp>
      <p:cxnSp>
        <p:nvCxnSpPr>
          <p:cNvPr id="14" name="Google Shape;14;p2"/>
          <p:cNvCxnSpPr/>
          <p:nvPr/>
        </p:nvCxnSpPr>
        <p:spPr>
          <a:xfrm flipH="1">
            <a:off x="6467450" y="3935375"/>
            <a:ext cx="3047400" cy="1346400"/>
          </a:xfrm>
          <a:prstGeom prst="curvedConnector3">
            <a:avLst>
              <a:gd fmla="val 50000" name="adj1"/>
            </a:avLst>
          </a:prstGeom>
          <a:noFill/>
          <a:ln cap="flat" cmpd="sng" w="28575">
            <a:solidFill>
              <a:schemeClr val="accent2"/>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SECTION_TITLE_AND_DESCRIPTION_1">
    <p:spTree>
      <p:nvGrpSpPr>
        <p:cNvPr id="15" name="Shape 15"/>
        <p:cNvGrpSpPr/>
        <p:nvPr/>
      </p:nvGrpSpPr>
      <p:grpSpPr>
        <a:xfrm>
          <a:off x="0" y="0"/>
          <a:ext cx="0" cy="0"/>
          <a:chOff x="0" y="0"/>
          <a:chExt cx="0" cy="0"/>
        </a:xfrm>
      </p:grpSpPr>
      <p:sp>
        <p:nvSpPr>
          <p:cNvPr id="16" name="Google Shape;16;p3"/>
          <p:cNvSpPr txBox="1"/>
          <p:nvPr>
            <p:ph idx="1" type="subTitle"/>
          </p:nvPr>
        </p:nvSpPr>
        <p:spPr>
          <a:xfrm>
            <a:off x="895950" y="1682000"/>
            <a:ext cx="3847199" cy="2379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1400"/>
              <a:buChar char="●"/>
              <a:defRPr sz="1400"/>
            </a:lvl1pPr>
            <a:lvl2pPr lvl="1" algn="ctr">
              <a:lnSpc>
                <a:spcPct val="114999"/>
              </a:lnSpc>
              <a:spcBef>
                <a:spcPts val="0"/>
              </a:spcBef>
              <a:spcAft>
                <a:spcPts val="0"/>
              </a:spcAft>
              <a:buSzPts val="1400"/>
              <a:buChar char="○"/>
              <a:defRPr/>
            </a:lvl2pPr>
            <a:lvl3pPr lvl="2" algn="ctr">
              <a:lnSpc>
                <a:spcPct val="114999"/>
              </a:lnSpc>
              <a:spcBef>
                <a:spcPts val="0"/>
              </a:spcBef>
              <a:spcAft>
                <a:spcPts val="0"/>
              </a:spcAft>
              <a:buSzPts val="1400"/>
              <a:buChar char="■"/>
              <a:defRPr/>
            </a:lvl3pPr>
            <a:lvl4pPr lvl="3" algn="ctr">
              <a:lnSpc>
                <a:spcPct val="114999"/>
              </a:lnSpc>
              <a:spcBef>
                <a:spcPts val="0"/>
              </a:spcBef>
              <a:spcAft>
                <a:spcPts val="0"/>
              </a:spcAft>
              <a:buSzPts val="1400"/>
              <a:buChar char="●"/>
              <a:defRPr/>
            </a:lvl4pPr>
            <a:lvl5pPr lvl="4" algn="ctr">
              <a:lnSpc>
                <a:spcPct val="114999"/>
              </a:lnSpc>
              <a:spcBef>
                <a:spcPts val="0"/>
              </a:spcBef>
              <a:spcAft>
                <a:spcPts val="0"/>
              </a:spcAft>
              <a:buSzPts val="1400"/>
              <a:buChar char="○"/>
              <a:defRPr/>
            </a:lvl5pPr>
            <a:lvl6pPr lvl="5" algn="ctr">
              <a:lnSpc>
                <a:spcPct val="114999"/>
              </a:lnSpc>
              <a:spcBef>
                <a:spcPts val="0"/>
              </a:spcBef>
              <a:spcAft>
                <a:spcPts val="0"/>
              </a:spcAft>
              <a:buSzPts val="1400"/>
              <a:buChar char="■"/>
              <a:defRPr/>
            </a:lvl6pPr>
            <a:lvl7pPr lvl="6" algn="ctr">
              <a:lnSpc>
                <a:spcPct val="114999"/>
              </a:lnSpc>
              <a:spcBef>
                <a:spcPts val="0"/>
              </a:spcBef>
              <a:spcAft>
                <a:spcPts val="0"/>
              </a:spcAft>
              <a:buSzPts val="1400"/>
              <a:buChar char="●"/>
              <a:defRPr/>
            </a:lvl7pPr>
            <a:lvl8pPr lvl="7" algn="ctr">
              <a:lnSpc>
                <a:spcPct val="114999"/>
              </a:lnSpc>
              <a:spcBef>
                <a:spcPts val="0"/>
              </a:spcBef>
              <a:spcAft>
                <a:spcPts val="0"/>
              </a:spcAft>
              <a:buSzPts val="1400"/>
              <a:buChar char="○"/>
              <a:defRPr/>
            </a:lvl8pPr>
            <a:lvl9pPr lvl="8" algn="ctr">
              <a:lnSpc>
                <a:spcPct val="114999"/>
              </a:lnSpc>
              <a:spcBef>
                <a:spcPts val="0"/>
              </a:spcBef>
              <a:spcAft>
                <a:spcPts val="0"/>
              </a:spcAft>
              <a:buSzPts val="1400"/>
              <a:buChar char="■"/>
              <a:defRPr/>
            </a:lvl9pPr>
          </a:lstStyle>
          <a:p/>
        </p:txBody>
      </p:sp>
      <p:sp>
        <p:nvSpPr>
          <p:cNvPr id="17" name="Google Shape;17;p3"/>
          <p:cNvSpPr txBox="1"/>
          <p:nvPr>
            <p:ph type="title"/>
          </p:nvPr>
        </p:nvSpPr>
        <p:spPr>
          <a:xfrm>
            <a:off x="713225" y="445025"/>
            <a:ext cx="56799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cxnSp>
        <p:nvCxnSpPr>
          <p:cNvPr id="18" name="Google Shape;18;p3"/>
          <p:cNvCxnSpPr/>
          <p:nvPr/>
        </p:nvCxnSpPr>
        <p:spPr>
          <a:xfrm>
            <a:off x="-72550" y="274100"/>
            <a:ext cx="9287400" cy="0"/>
          </a:xfrm>
          <a:prstGeom prst="straightConnector1">
            <a:avLst/>
          </a:prstGeom>
          <a:noFill/>
          <a:ln cap="flat" cmpd="sng" w="28575">
            <a:solidFill>
              <a:schemeClr val="accent1"/>
            </a:solidFill>
            <a:prstDash val="solid"/>
            <a:round/>
            <a:headEnd len="sm" w="sm" type="none"/>
            <a:tailEnd len="sm" w="sm" type="none"/>
          </a:ln>
        </p:spPr>
      </p:cxnSp>
      <p:cxnSp>
        <p:nvCxnSpPr>
          <p:cNvPr id="19" name="Google Shape;19;p3"/>
          <p:cNvCxnSpPr/>
          <p:nvPr/>
        </p:nvCxnSpPr>
        <p:spPr>
          <a:xfrm>
            <a:off x="-72550" y="4877450"/>
            <a:ext cx="9287400" cy="0"/>
          </a:xfrm>
          <a:prstGeom prst="straightConnector1">
            <a:avLst/>
          </a:prstGeom>
          <a:noFill/>
          <a:ln cap="flat" cmpd="sng" w="28575">
            <a:solidFill>
              <a:schemeClr val="accent1"/>
            </a:solidFill>
            <a:prstDash val="solid"/>
            <a:round/>
            <a:headEnd len="sm" w="sm" type="none"/>
            <a:tailEnd len="sm" w="sm" type="none"/>
          </a:ln>
        </p:spPr>
      </p:cxnSp>
      <p:cxnSp>
        <p:nvCxnSpPr>
          <p:cNvPr id="20" name="Google Shape;20;p3"/>
          <p:cNvCxnSpPr/>
          <p:nvPr/>
        </p:nvCxnSpPr>
        <p:spPr>
          <a:xfrm flipH="1">
            <a:off x="5925450" y="2797500"/>
            <a:ext cx="3378000" cy="2466900"/>
          </a:xfrm>
          <a:prstGeom prst="curvedConnector3">
            <a:avLst>
              <a:gd fmla="val 50000" name="adj1"/>
            </a:avLst>
          </a:prstGeom>
          <a:noFill/>
          <a:ln cap="flat" cmpd="sng" w="28575">
            <a:solidFill>
              <a:schemeClr val="accent2"/>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3">
    <p:spTree>
      <p:nvGrpSpPr>
        <p:cNvPr id="21" name="Shape 21"/>
        <p:cNvGrpSpPr/>
        <p:nvPr/>
      </p:nvGrpSpPr>
      <p:grpSpPr>
        <a:xfrm>
          <a:off x="0" y="0"/>
          <a:ext cx="0" cy="0"/>
          <a:chOff x="0" y="0"/>
          <a:chExt cx="0" cy="0"/>
        </a:xfrm>
      </p:grpSpPr>
      <p:sp>
        <p:nvSpPr>
          <p:cNvPr id="22" name="Google Shape;22;p4"/>
          <p:cNvSpPr txBox="1"/>
          <p:nvPr>
            <p:ph idx="1" type="subTitle"/>
          </p:nvPr>
        </p:nvSpPr>
        <p:spPr>
          <a:xfrm>
            <a:off x="2648400" y="1682000"/>
            <a:ext cx="3847199" cy="2379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1400"/>
              <a:buChar char="●"/>
              <a:defRPr sz="1400"/>
            </a:lvl1pPr>
            <a:lvl2pPr lvl="1" algn="ctr">
              <a:lnSpc>
                <a:spcPct val="114999"/>
              </a:lnSpc>
              <a:spcBef>
                <a:spcPts val="0"/>
              </a:spcBef>
              <a:spcAft>
                <a:spcPts val="0"/>
              </a:spcAft>
              <a:buClr>
                <a:schemeClr val="dk1"/>
              </a:buClr>
              <a:buSzPts val="1400"/>
              <a:buChar char="○"/>
              <a:defRPr/>
            </a:lvl2pPr>
            <a:lvl3pPr lvl="2" algn="ctr">
              <a:lnSpc>
                <a:spcPct val="114999"/>
              </a:lnSpc>
              <a:spcBef>
                <a:spcPts val="0"/>
              </a:spcBef>
              <a:spcAft>
                <a:spcPts val="0"/>
              </a:spcAft>
              <a:buClr>
                <a:schemeClr val="dk1"/>
              </a:buClr>
              <a:buSzPts val="1400"/>
              <a:buChar char="■"/>
              <a:defRPr/>
            </a:lvl3pPr>
            <a:lvl4pPr lvl="3" algn="ctr">
              <a:lnSpc>
                <a:spcPct val="114999"/>
              </a:lnSpc>
              <a:spcBef>
                <a:spcPts val="0"/>
              </a:spcBef>
              <a:spcAft>
                <a:spcPts val="0"/>
              </a:spcAft>
              <a:buClr>
                <a:schemeClr val="dk1"/>
              </a:buClr>
              <a:buSzPts val="1400"/>
              <a:buChar char="●"/>
              <a:defRPr/>
            </a:lvl4pPr>
            <a:lvl5pPr lvl="4" algn="ctr">
              <a:lnSpc>
                <a:spcPct val="114999"/>
              </a:lnSpc>
              <a:spcBef>
                <a:spcPts val="0"/>
              </a:spcBef>
              <a:spcAft>
                <a:spcPts val="0"/>
              </a:spcAft>
              <a:buClr>
                <a:schemeClr val="dk1"/>
              </a:buClr>
              <a:buSzPts val="1400"/>
              <a:buChar char="○"/>
              <a:defRPr/>
            </a:lvl5pPr>
            <a:lvl6pPr lvl="5" algn="ctr">
              <a:lnSpc>
                <a:spcPct val="114999"/>
              </a:lnSpc>
              <a:spcBef>
                <a:spcPts val="0"/>
              </a:spcBef>
              <a:spcAft>
                <a:spcPts val="0"/>
              </a:spcAft>
              <a:buClr>
                <a:schemeClr val="dk1"/>
              </a:buClr>
              <a:buSzPts val="1400"/>
              <a:buChar char="■"/>
              <a:defRPr/>
            </a:lvl6pPr>
            <a:lvl7pPr lvl="6" algn="ctr">
              <a:lnSpc>
                <a:spcPct val="114999"/>
              </a:lnSpc>
              <a:spcBef>
                <a:spcPts val="0"/>
              </a:spcBef>
              <a:spcAft>
                <a:spcPts val="0"/>
              </a:spcAft>
              <a:buClr>
                <a:schemeClr val="dk1"/>
              </a:buClr>
              <a:buSzPts val="1400"/>
              <a:buChar char="●"/>
              <a:defRPr/>
            </a:lvl7pPr>
            <a:lvl8pPr lvl="7" algn="ctr">
              <a:lnSpc>
                <a:spcPct val="114999"/>
              </a:lnSpc>
              <a:spcBef>
                <a:spcPts val="0"/>
              </a:spcBef>
              <a:spcAft>
                <a:spcPts val="0"/>
              </a:spcAft>
              <a:buClr>
                <a:schemeClr val="dk1"/>
              </a:buClr>
              <a:buSzPts val="1400"/>
              <a:buChar char="○"/>
              <a:defRPr/>
            </a:lvl8pPr>
            <a:lvl9pPr lvl="8" algn="ctr">
              <a:lnSpc>
                <a:spcPct val="114999"/>
              </a:lnSpc>
              <a:spcBef>
                <a:spcPts val="0"/>
              </a:spcBef>
              <a:spcAft>
                <a:spcPts val="0"/>
              </a:spcAft>
              <a:buClr>
                <a:schemeClr val="dk1"/>
              </a:buClr>
              <a:buSzPts val="1400"/>
              <a:buChar char="■"/>
              <a:defRPr/>
            </a:lvl9pPr>
          </a:lstStyle>
          <a:p/>
        </p:txBody>
      </p:sp>
      <p:sp>
        <p:nvSpPr>
          <p:cNvPr id="23" name="Google Shape;23;p4"/>
          <p:cNvSpPr txBox="1"/>
          <p:nvPr>
            <p:ph type="title"/>
          </p:nvPr>
        </p:nvSpPr>
        <p:spPr>
          <a:xfrm>
            <a:off x="1732050" y="445025"/>
            <a:ext cx="5679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cxnSp>
        <p:nvCxnSpPr>
          <p:cNvPr id="24" name="Google Shape;24;p4"/>
          <p:cNvCxnSpPr/>
          <p:nvPr/>
        </p:nvCxnSpPr>
        <p:spPr>
          <a:xfrm>
            <a:off x="-72550" y="274100"/>
            <a:ext cx="9287400" cy="0"/>
          </a:xfrm>
          <a:prstGeom prst="straightConnector1">
            <a:avLst/>
          </a:prstGeom>
          <a:noFill/>
          <a:ln cap="flat" cmpd="sng" w="28575">
            <a:solidFill>
              <a:schemeClr val="accent1"/>
            </a:solidFill>
            <a:prstDash val="solid"/>
            <a:round/>
            <a:headEnd len="sm" w="sm" type="none"/>
            <a:tailEnd len="sm" w="sm" type="none"/>
          </a:ln>
        </p:spPr>
      </p:cxnSp>
      <p:cxnSp>
        <p:nvCxnSpPr>
          <p:cNvPr id="25" name="Google Shape;25;p4"/>
          <p:cNvCxnSpPr/>
          <p:nvPr/>
        </p:nvCxnSpPr>
        <p:spPr>
          <a:xfrm>
            <a:off x="-72550" y="4877450"/>
            <a:ext cx="9287400" cy="0"/>
          </a:xfrm>
          <a:prstGeom prst="straightConnector1">
            <a:avLst/>
          </a:prstGeom>
          <a:noFill/>
          <a:ln cap="flat" cmpd="sng" w="28575">
            <a:solidFill>
              <a:schemeClr val="accent1"/>
            </a:solidFill>
            <a:prstDash val="solid"/>
            <a:round/>
            <a:headEnd len="sm" w="sm" type="none"/>
            <a:tailEnd len="sm" w="sm" type="none"/>
          </a:ln>
        </p:spPr>
      </p:cxnSp>
      <p:cxnSp>
        <p:nvCxnSpPr>
          <p:cNvPr id="26" name="Google Shape;26;p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sm" w="sm" type="none"/>
            <a:tailEnd len="sm" w="sm" type="none"/>
          </a:ln>
        </p:spPr>
      </p:cxnSp>
      <p:cxnSp>
        <p:nvCxnSpPr>
          <p:cNvPr id="27" name="Google Shape;27;p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3">
    <p:spTree>
      <p:nvGrpSpPr>
        <p:cNvPr id="28" name="Shape 28"/>
        <p:cNvGrpSpPr/>
        <p:nvPr/>
      </p:nvGrpSpPr>
      <p:grpSpPr>
        <a:xfrm>
          <a:off x="0" y="0"/>
          <a:ext cx="0" cy="0"/>
          <a:chOff x="0" y="0"/>
          <a:chExt cx="0" cy="0"/>
        </a:xfrm>
      </p:grpSpPr>
      <p:sp>
        <p:nvSpPr>
          <p:cNvPr id="29" name="Google Shape;29;p5"/>
          <p:cNvSpPr txBox="1"/>
          <p:nvPr>
            <p:ph type="title"/>
          </p:nvPr>
        </p:nvSpPr>
        <p:spPr>
          <a:xfrm>
            <a:off x="845550" y="1482825"/>
            <a:ext cx="7452900" cy="1291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9000"/>
              <a:buNone/>
              <a:defRPr sz="7000"/>
            </a:lvl1pPr>
            <a:lvl2pPr lvl="1" algn="ctr">
              <a:lnSpc>
                <a:spcPct val="100000"/>
              </a:lnSpc>
              <a:spcBef>
                <a:spcPts val="0"/>
              </a:spcBef>
              <a:spcAft>
                <a:spcPts val="0"/>
              </a:spcAft>
              <a:buSzPts val="9000"/>
              <a:buNone/>
              <a:defRPr sz="9000"/>
            </a:lvl2pPr>
            <a:lvl3pPr lvl="2" algn="ctr">
              <a:lnSpc>
                <a:spcPct val="100000"/>
              </a:lnSpc>
              <a:spcBef>
                <a:spcPts val="0"/>
              </a:spcBef>
              <a:spcAft>
                <a:spcPts val="0"/>
              </a:spcAft>
              <a:buSzPts val="9000"/>
              <a:buNone/>
              <a:defRPr sz="9000"/>
            </a:lvl3pPr>
            <a:lvl4pPr lvl="3" algn="ctr">
              <a:lnSpc>
                <a:spcPct val="100000"/>
              </a:lnSpc>
              <a:spcBef>
                <a:spcPts val="0"/>
              </a:spcBef>
              <a:spcAft>
                <a:spcPts val="0"/>
              </a:spcAft>
              <a:buSzPts val="9000"/>
              <a:buNone/>
              <a:defRPr sz="9000"/>
            </a:lvl4pPr>
            <a:lvl5pPr lvl="4" algn="ctr">
              <a:lnSpc>
                <a:spcPct val="100000"/>
              </a:lnSpc>
              <a:spcBef>
                <a:spcPts val="0"/>
              </a:spcBef>
              <a:spcAft>
                <a:spcPts val="0"/>
              </a:spcAft>
              <a:buSzPts val="9000"/>
              <a:buNone/>
              <a:defRPr sz="9000"/>
            </a:lvl5pPr>
            <a:lvl6pPr lvl="5" algn="ctr">
              <a:lnSpc>
                <a:spcPct val="100000"/>
              </a:lnSpc>
              <a:spcBef>
                <a:spcPts val="0"/>
              </a:spcBef>
              <a:spcAft>
                <a:spcPts val="0"/>
              </a:spcAft>
              <a:buSzPts val="9000"/>
              <a:buNone/>
              <a:defRPr sz="9000"/>
            </a:lvl6pPr>
            <a:lvl7pPr lvl="6" algn="ctr">
              <a:lnSpc>
                <a:spcPct val="100000"/>
              </a:lnSpc>
              <a:spcBef>
                <a:spcPts val="0"/>
              </a:spcBef>
              <a:spcAft>
                <a:spcPts val="0"/>
              </a:spcAft>
              <a:buSzPts val="9000"/>
              <a:buNone/>
              <a:defRPr sz="9000"/>
            </a:lvl7pPr>
            <a:lvl8pPr lvl="7" algn="ctr">
              <a:lnSpc>
                <a:spcPct val="100000"/>
              </a:lnSpc>
              <a:spcBef>
                <a:spcPts val="0"/>
              </a:spcBef>
              <a:spcAft>
                <a:spcPts val="0"/>
              </a:spcAft>
              <a:buSzPts val="9000"/>
              <a:buNone/>
              <a:defRPr sz="9000"/>
            </a:lvl8pPr>
            <a:lvl9pPr lvl="8" algn="ctr">
              <a:lnSpc>
                <a:spcPct val="100000"/>
              </a:lnSpc>
              <a:spcBef>
                <a:spcPts val="0"/>
              </a:spcBef>
              <a:spcAft>
                <a:spcPts val="0"/>
              </a:spcAft>
              <a:buSzPts val="9000"/>
              <a:buNone/>
              <a:defRPr sz="9000"/>
            </a:lvl9pPr>
          </a:lstStyle>
          <a:p/>
        </p:txBody>
      </p:sp>
      <p:sp>
        <p:nvSpPr>
          <p:cNvPr id="30" name="Google Shape;30;p5"/>
          <p:cNvSpPr txBox="1"/>
          <p:nvPr>
            <p:ph idx="1" type="subTitle"/>
          </p:nvPr>
        </p:nvSpPr>
        <p:spPr>
          <a:xfrm>
            <a:off x="2299500" y="2972150"/>
            <a:ext cx="4545000" cy="554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cxnSp>
        <p:nvCxnSpPr>
          <p:cNvPr id="31" name="Google Shape;31;p5"/>
          <p:cNvCxnSpPr/>
          <p:nvPr/>
        </p:nvCxnSpPr>
        <p:spPr>
          <a:xfrm>
            <a:off x="-72550" y="274100"/>
            <a:ext cx="9287400" cy="0"/>
          </a:xfrm>
          <a:prstGeom prst="straightConnector1">
            <a:avLst/>
          </a:prstGeom>
          <a:noFill/>
          <a:ln cap="flat" cmpd="sng" w="28575">
            <a:solidFill>
              <a:schemeClr val="accent1"/>
            </a:solidFill>
            <a:prstDash val="solid"/>
            <a:round/>
            <a:headEnd len="sm" w="sm" type="none"/>
            <a:tailEnd len="sm" w="sm" type="none"/>
          </a:ln>
        </p:spPr>
      </p:cxnSp>
      <p:cxnSp>
        <p:nvCxnSpPr>
          <p:cNvPr id="32" name="Google Shape;32;p5"/>
          <p:cNvCxnSpPr/>
          <p:nvPr/>
        </p:nvCxnSpPr>
        <p:spPr>
          <a:xfrm>
            <a:off x="-72550" y="4877450"/>
            <a:ext cx="9287400" cy="0"/>
          </a:xfrm>
          <a:prstGeom prst="straightConnector1">
            <a:avLst/>
          </a:prstGeom>
          <a:noFill/>
          <a:ln cap="flat" cmpd="sng" w="28575">
            <a:solidFill>
              <a:schemeClr val="accent1"/>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3" name="Shape 33"/>
        <p:cNvGrpSpPr/>
        <p:nvPr/>
      </p:nvGrpSpPr>
      <p:grpSpPr>
        <a:xfrm>
          <a:off x="0" y="0"/>
          <a:ext cx="0" cy="0"/>
          <a:chOff x="0" y="0"/>
          <a:chExt cx="0" cy="0"/>
        </a:xfrm>
      </p:grpSpPr>
      <p:sp>
        <p:nvSpPr>
          <p:cNvPr id="34" name="Google Shape;34;p6"/>
          <p:cNvSpPr txBox="1"/>
          <p:nvPr>
            <p:ph idx="1" type="subTitle"/>
          </p:nvPr>
        </p:nvSpPr>
        <p:spPr>
          <a:xfrm>
            <a:off x="895950" y="1682000"/>
            <a:ext cx="3847199" cy="2379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1400"/>
              <a:buChar char="●"/>
              <a:defRPr sz="1400"/>
            </a:lvl1pPr>
            <a:lvl2pPr lvl="1" algn="ctr">
              <a:lnSpc>
                <a:spcPct val="114999"/>
              </a:lnSpc>
              <a:spcBef>
                <a:spcPts val="0"/>
              </a:spcBef>
              <a:spcAft>
                <a:spcPts val="0"/>
              </a:spcAft>
              <a:buSzPts val="1400"/>
              <a:buChar char="○"/>
              <a:defRPr/>
            </a:lvl2pPr>
            <a:lvl3pPr lvl="2" algn="ctr">
              <a:lnSpc>
                <a:spcPct val="114999"/>
              </a:lnSpc>
              <a:spcBef>
                <a:spcPts val="0"/>
              </a:spcBef>
              <a:spcAft>
                <a:spcPts val="0"/>
              </a:spcAft>
              <a:buSzPts val="1400"/>
              <a:buChar char="■"/>
              <a:defRPr/>
            </a:lvl3pPr>
            <a:lvl4pPr lvl="3" algn="ctr">
              <a:lnSpc>
                <a:spcPct val="114999"/>
              </a:lnSpc>
              <a:spcBef>
                <a:spcPts val="0"/>
              </a:spcBef>
              <a:spcAft>
                <a:spcPts val="0"/>
              </a:spcAft>
              <a:buSzPts val="1400"/>
              <a:buChar char="●"/>
              <a:defRPr/>
            </a:lvl4pPr>
            <a:lvl5pPr lvl="4" algn="ctr">
              <a:lnSpc>
                <a:spcPct val="114999"/>
              </a:lnSpc>
              <a:spcBef>
                <a:spcPts val="0"/>
              </a:spcBef>
              <a:spcAft>
                <a:spcPts val="0"/>
              </a:spcAft>
              <a:buSzPts val="1400"/>
              <a:buChar char="○"/>
              <a:defRPr/>
            </a:lvl5pPr>
            <a:lvl6pPr lvl="5" algn="ctr">
              <a:lnSpc>
                <a:spcPct val="114999"/>
              </a:lnSpc>
              <a:spcBef>
                <a:spcPts val="0"/>
              </a:spcBef>
              <a:spcAft>
                <a:spcPts val="0"/>
              </a:spcAft>
              <a:buSzPts val="1400"/>
              <a:buChar char="■"/>
              <a:defRPr/>
            </a:lvl6pPr>
            <a:lvl7pPr lvl="6" algn="ctr">
              <a:lnSpc>
                <a:spcPct val="114999"/>
              </a:lnSpc>
              <a:spcBef>
                <a:spcPts val="0"/>
              </a:spcBef>
              <a:spcAft>
                <a:spcPts val="0"/>
              </a:spcAft>
              <a:buSzPts val="1400"/>
              <a:buChar char="●"/>
              <a:defRPr/>
            </a:lvl7pPr>
            <a:lvl8pPr lvl="7" algn="ctr">
              <a:lnSpc>
                <a:spcPct val="114999"/>
              </a:lnSpc>
              <a:spcBef>
                <a:spcPts val="0"/>
              </a:spcBef>
              <a:spcAft>
                <a:spcPts val="0"/>
              </a:spcAft>
              <a:buSzPts val="1400"/>
              <a:buChar char="○"/>
              <a:defRPr/>
            </a:lvl8pPr>
            <a:lvl9pPr lvl="8" algn="ctr">
              <a:lnSpc>
                <a:spcPct val="114999"/>
              </a:lnSpc>
              <a:spcBef>
                <a:spcPts val="0"/>
              </a:spcBef>
              <a:spcAft>
                <a:spcPts val="0"/>
              </a:spcAft>
              <a:buSzPts val="1400"/>
              <a:buChar char="■"/>
              <a:defRPr/>
            </a:lvl9pPr>
          </a:lstStyle>
          <a:p/>
        </p:txBody>
      </p:sp>
      <p:sp>
        <p:nvSpPr>
          <p:cNvPr id="35" name="Google Shape;35;p6"/>
          <p:cNvSpPr txBox="1"/>
          <p:nvPr>
            <p:ph type="title"/>
          </p:nvPr>
        </p:nvSpPr>
        <p:spPr>
          <a:xfrm>
            <a:off x="713225" y="445025"/>
            <a:ext cx="56799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cxnSp>
        <p:nvCxnSpPr>
          <p:cNvPr id="36" name="Google Shape;36;p6"/>
          <p:cNvCxnSpPr/>
          <p:nvPr/>
        </p:nvCxnSpPr>
        <p:spPr>
          <a:xfrm>
            <a:off x="-72550" y="274100"/>
            <a:ext cx="9287400" cy="0"/>
          </a:xfrm>
          <a:prstGeom prst="straightConnector1">
            <a:avLst/>
          </a:prstGeom>
          <a:noFill/>
          <a:ln cap="flat" cmpd="sng" w="28575">
            <a:solidFill>
              <a:schemeClr val="accent1"/>
            </a:solidFill>
            <a:prstDash val="solid"/>
            <a:round/>
            <a:headEnd len="sm" w="sm" type="none"/>
            <a:tailEnd len="sm" w="sm" type="none"/>
          </a:ln>
        </p:spPr>
      </p:cxnSp>
      <p:cxnSp>
        <p:nvCxnSpPr>
          <p:cNvPr id="37" name="Google Shape;37;p6"/>
          <p:cNvCxnSpPr/>
          <p:nvPr/>
        </p:nvCxnSpPr>
        <p:spPr>
          <a:xfrm>
            <a:off x="-72550" y="4877450"/>
            <a:ext cx="9287400" cy="0"/>
          </a:xfrm>
          <a:prstGeom prst="straightConnector1">
            <a:avLst/>
          </a:prstGeom>
          <a:noFill/>
          <a:ln cap="flat" cmpd="sng" w="28575">
            <a:solidFill>
              <a:schemeClr val="accent1"/>
            </a:solidFill>
            <a:prstDash val="solid"/>
            <a:round/>
            <a:headEnd len="sm" w="sm" type="none"/>
            <a:tailEnd len="sm" w="sm" type="none"/>
          </a:ln>
        </p:spPr>
      </p:cxnSp>
      <p:cxnSp>
        <p:nvCxnSpPr>
          <p:cNvPr id="38" name="Google Shape;38;p6"/>
          <p:cNvCxnSpPr/>
          <p:nvPr/>
        </p:nvCxnSpPr>
        <p:spPr>
          <a:xfrm flipH="1">
            <a:off x="5925450" y="2797500"/>
            <a:ext cx="3378000" cy="2466900"/>
          </a:xfrm>
          <a:prstGeom prst="curvedConnector3">
            <a:avLst>
              <a:gd fmla="val 50000" name="adj1"/>
            </a:avLst>
          </a:prstGeom>
          <a:noFill/>
          <a:ln cap="flat" cmpd="sng" w="28575">
            <a:solidFill>
              <a:schemeClr val="accent2"/>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39" name="Shape 39"/>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0">
    <p:spTree>
      <p:nvGrpSpPr>
        <p:cNvPr id="40" name="Shape 40"/>
        <p:cNvGrpSpPr/>
        <p:nvPr/>
      </p:nvGrpSpPr>
      <p:grpSpPr>
        <a:xfrm>
          <a:off x="0" y="0"/>
          <a:ext cx="0" cy="0"/>
          <a:chOff x="0" y="0"/>
          <a:chExt cx="0" cy="0"/>
        </a:xfrm>
      </p:grpSpPr>
      <p:cxnSp>
        <p:nvCxnSpPr>
          <p:cNvPr id="41" name="Google Shape;41;p8"/>
          <p:cNvCxnSpPr/>
          <p:nvPr/>
        </p:nvCxnSpPr>
        <p:spPr>
          <a:xfrm>
            <a:off x="-72550" y="4877450"/>
            <a:ext cx="9287400" cy="0"/>
          </a:xfrm>
          <a:prstGeom prst="straightConnector1">
            <a:avLst/>
          </a:prstGeom>
          <a:noFill/>
          <a:ln cap="flat" cmpd="sng" w="28575">
            <a:solidFill>
              <a:schemeClr val="accent1"/>
            </a:solidFill>
            <a:prstDash val="solid"/>
            <a:round/>
            <a:headEnd len="sm" w="sm" type="none"/>
            <a:tailEnd len="sm" w="sm" type="none"/>
          </a:ln>
        </p:spPr>
      </p:cxnSp>
      <p:cxnSp>
        <p:nvCxnSpPr>
          <p:cNvPr id="42" name="Google Shape;42;p8"/>
          <p:cNvCxnSpPr/>
          <p:nvPr/>
        </p:nvCxnSpPr>
        <p:spPr>
          <a:xfrm>
            <a:off x="-72550" y="274100"/>
            <a:ext cx="9287400" cy="0"/>
          </a:xfrm>
          <a:prstGeom prst="straightConnector1">
            <a:avLst/>
          </a:prstGeom>
          <a:noFill/>
          <a:ln cap="flat" cmpd="sng" w="28575">
            <a:solidFill>
              <a:schemeClr val="accent1"/>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_1">
    <p:spTree>
      <p:nvGrpSpPr>
        <p:cNvPr id="43" name="Shape 43"/>
        <p:cNvGrpSpPr/>
        <p:nvPr/>
      </p:nvGrpSpPr>
      <p:grpSpPr>
        <a:xfrm>
          <a:off x="0" y="0"/>
          <a:ext cx="0" cy="0"/>
          <a:chOff x="0" y="0"/>
          <a:chExt cx="0" cy="0"/>
        </a:xfrm>
      </p:grpSpPr>
      <p:cxnSp>
        <p:nvCxnSpPr>
          <p:cNvPr id="44" name="Google Shape;44;p9"/>
          <p:cNvCxnSpPr/>
          <p:nvPr/>
        </p:nvCxnSpPr>
        <p:spPr>
          <a:xfrm>
            <a:off x="-72550" y="4877450"/>
            <a:ext cx="9287400" cy="0"/>
          </a:xfrm>
          <a:prstGeom prst="straightConnector1">
            <a:avLst/>
          </a:prstGeom>
          <a:noFill/>
          <a:ln cap="flat" cmpd="sng" w="28575">
            <a:solidFill>
              <a:schemeClr val="accent1"/>
            </a:solidFill>
            <a:prstDash val="solid"/>
            <a:round/>
            <a:headEnd len="sm" w="sm" type="none"/>
            <a:tailEnd len="sm" w="sm" type="none"/>
          </a:ln>
        </p:spPr>
      </p:cxnSp>
      <p:cxnSp>
        <p:nvCxnSpPr>
          <p:cNvPr id="45" name="Google Shape;45;p9"/>
          <p:cNvCxnSpPr/>
          <p:nvPr/>
        </p:nvCxnSpPr>
        <p:spPr>
          <a:xfrm>
            <a:off x="-72550" y="274100"/>
            <a:ext cx="9287400" cy="0"/>
          </a:xfrm>
          <a:prstGeom prst="straightConnector1">
            <a:avLst/>
          </a:prstGeom>
          <a:noFill/>
          <a:ln cap="flat" cmpd="sng" w="28575">
            <a:solidFill>
              <a:schemeClr val="accent1"/>
            </a:solidFill>
            <a:prstDash val="solid"/>
            <a:round/>
            <a:headEnd len="sm" w="sm" type="none"/>
            <a:tailEnd len="sm" w="sm" type="none"/>
          </a:ln>
        </p:spPr>
      </p:cxnSp>
      <p:cxnSp>
        <p:nvCxnSpPr>
          <p:cNvPr id="46" name="Google Shape;46;p9"/>
          <p:cNvCxnSpPr/>
          <p:nvPr/>
        </p:nvCxnSpPr>
        <p:spPr>
          <a:xfrm>
            <a:off x="7434174" y="-125600"/>
            <a:ext cx="1993200" cy="1330200"/>
          </a:xfrm>
          <a:prstGeom prst="curvedConnector3">
            <a:avLst>
              <a:gd fmla="val 50000" name="adj1"/>
            </a:avLst>
          </a:prstGeom>
          <a:noFill/>
          <a:ln cap="flat" cmpd="sng" w="28575">
            <a:solidFill>
              <a:schemeClr val="accent2"/>
            </a:solidFill>
            <a:prstDash val="solid"/>
            <a:round/>
            <a:headEnd len="sm" w="sm" type="none"/>
            <a:tailEnd len="sm" w="sm" type="none"/>
          </a:ln>
        </p:spPr>
      </p:cxnSp>
      <p:cxnSp>
        <p:nvCxnSpPr>
          <p:cNvPr id="47" name="Google Shape;47;p9"/>
          <p:cNvCxnSpPr/>
          <p:nvPr/>
        </p:nvCxnSpPr>
        <p:spPr>
          <a:xfrm>
            <a:off x="-147274" y="3943475"/>
            <a:ext cx="1993200" cy="1330200"/>
          </a:xfrm>
          <a:prstGeom prst="curvedConnector3">
            <a:avLst>
              <a:gd fmla="val 50000" name="adj1"/>
            </a:avLst>
          </a:prstGeom>
          <a:noFill/>
          <a:ln cap="flat" cmpd="sng" w="28575">
            <a:solidFill>
              <a:schemeClr val="accent2"/>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0_1_1">
    <p:spTree>
      <p:nvGrpSpPr>
        <p:cNvPr id="48" name="Shape 48"/>
        <p:cNvGrpSpPr/>
        <p:nvPr/>
      </p:nvGrpSpPr>
      <p:grpSpPr>
        <a:xfrm>
          <a:off x="0" y="0"/>
          <a:ext cx="0" cy="0"/>
          <a:chOff x="0" y="0"/>
          <a:chExt cx="0" cy="0"/>
        </a:xfrm>
      </p:grpSpPr>
      <p:cxnSp>
        <p:nvCxnSpPr>
          <p:cNvPr id="49" name="Google Shape;49;p10"/>
          <p:cNvCxnSpPr/>
          <p:nvPr/>
        </p:nvCxnSpPr>
        <p:spPr>
          <a:xfrm>
            <a:off x="-72550" y="4877450"/>
            <a:ext cx="9287400" cy="0"/>
          </a:xfrm>
          <a:prstGeom prst="straightConnector1">
            <a:avLst/>
          </a:prstGeom>
          <a:noFill/>
          <a:ln cap="flat" cmpd="sng" w="28575">
            <a:solidFill>
              <a:schemeClr val="accent1"/>
            </a:solidFill>
            <a:prstDash val="solid"/>
            <a:round/>
            <a:headEnd len="sm" w="sm" type="none"/>
            <a:tailEnd len="sm" w="sm" type="none"/>
          </a:ln>
        </p:spPr>
      </p:cxnSp>
      <p:cxnSp>
        <p:nvCxnSpPr>
          <p:cNvPr id="50" name="Google Shape;50;p10"/>
          <p:cNvCxnSpPr/>
          <p:nvPr/>
        </p:nvCxnSpPr>
        <p:spPr>
          <a:xfrm>
            <a:off x="-72550" y="274100"/>
            <a:ext cx="9287400" cy="0"/>
          </a:xfrm>
          <a:prstGeom prst="straightConnector1">
            <a:avLst/>
          </a:prstGeom>
          <a:noFill/>
          <a:ln cap="flat" cmpd="sng" w="28575">
            <a:solidFill>
              <a:schemeClr val="accent1"/>
            </a:solidFill>
            <a:prstDash val="solid"/>
            <a:round/>
            <a:headEnd len="sm" w="sm" type="none"/>
            <a:tailEnd len="sm" w="sm" type="none"/>
          </a:ln>
        </p:spPr>
      </p:cxnSp>
      <p:cxnSp>
        <p:nvCxnSpPr>
          <p:cNvPr id="51" name="Google Shape;51;p10"/>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30">
    <p:spTree>
      <p:nvGrpSpPr>
        <p:cNvPr id="52" name="Shape 52"/>
        <p:cNvGrpSpPr/>
        <p:nvPr/>
      </p:nvGrpSpPr>
      <p:grpSpPr>
        <a:xfrm>
          <a:off x="0" y="0"/>
          <a:ext cx="0" cy="0"/>
          <a:chOff x="0" y="0"/>
          <a:chExt cx="0" cy="0"/>
        </a:xfrm>
      </p:grpSpPr>
      <p:cxnSp>
        <p:nvCxnSpPr>
          <p:cNvPr id="53" name="Google Shape;53;p11"/>
          <p:cNvCxnSpPr/>
          <p:nvPr/>
        </p:nvCxnSpPr>
        <p:spPr>
          <a:xfrm>
            <a:off x="-72550" y="274100"/>
            <a:ext cx="9287400" cy="0"/>
          </a:xfrm>
          <a:prstGeom prst="straightConnector1">
            <a:avLst/>
          </a:prstGeom>
          <a:noFill/>
          <a:ln cap="flat" cmpd="sng" w="28575">
            <a:solidFill>
              <a:schemeClr val="accent1"/>
            </a:solidFill>
            <a:prstDash val="solid"/>
            <a:round/>
            <a:headEnd len="sm" w="sm" type="none"/>
            <a:tailEnd len="sm" w="sm" type="none"/>
          </a:ln>
        </p:spPr>
      </p:cxnSp>
      <p:cxnSp>
        <p:nvCxnSpPr>
          <p:cNvPr id="54" name="Google Shape;54;p11"/>
          <p:cNvCxnSpPr/>
          <p:nvPr/>
        </p:nvCxnSpPr>
        <p:spPr>
          <a:xfrm>
            <a:off x="-72550" y="4877450"/>
            <a:ext cx="9287400" cy="0"/>
          </a:xfrm>
          <a:prstGeom prst="straightConnector1">
            <a:avLst/>
          </a:prstGeom>
          <a:noFill/>
          <a:ln cap="flat" cmpd="sng" w="28575">
            <a:solidFill>
              <a:schemeClr val="accent1"/>
            </a:solidFill>
            <a:prstDash val="solid"/>
            <a:round/>
            <a:headEnd len="sm" w="sm" type="none"/>
            <a:tailEnd len="sm" w="sm" type="none"/>
          </a:ln>
        </p:spPr>
      </p:cxnSp>
      <p:cxnSp>
        <p:nvCxnSpPr>
          <p:cNvPr id="55" name="Google Shape;55;p1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sm" w="sm" type="none"/>
            <a:tailEnd len="sm" w="sm" type="none"/>
          </a:ln>
        </p:spPr>
      </p:cxnSp>
      <p:cxnSp>
        <p:nvCxnSpPr>
          <p:cNvPr id="56" name="Google Shape;56;p1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sm" w="sm" type="none"/>
            <a:tailEnd len="sm" w="sm" type="none"/>
          </a:ln>
        </p:spPr>
      </p:cxnSp>
      <p:cxnSp>
        <p:nvCxnSpPr>
          <p:cNvPr id="57" name="Google Shape;57;p11"/>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sm" w="sm" type="none"/>
            <a:tailEnd len="sm" w="sm" type="none"/>
          </a:ln>
        </p:spPr>
      </p:cxnSp>
      <p:cxnSp>
        <p:nvCxnSpPr>
          <p:cNvPr id="58" name="Google Shape;58;p11"/>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Vidaloka"/>
              <a:buNone/>
              <a:defRPr b="0" i="0" sz="3000" u="none" cap="none" strike="noStrike">
                <a:solidFill>
                  <a:schemeClr val="dk1"/>
                </a:solidFill>
                <a:latin typeface="Vidaloka"/>
                <a:ea typeface="Vidaloka"/>
                <a:cs typeface="Vidaloka"/>
                <a:sym typeface="Vidaloka"/>
              </a:defRPr>
            </a:lvl1pPr>
            <a:lvl2pPr lvl="1" marR="0" rtl="0" algn="l">
              <a:lnSpc>
                <a:spcPct val="100000"/>
              </a:lnSpc>
              <a:spcBef>
                <a:spcPts val="0"/>
              </a:spcBef>
              <a:spcAft>
                <a:spcPts val="0"/>
              </a:spcAft>
              <a:buClr>
                <a:schemeClr val="dk1"/>
              </a:buClr>
              <a:buSzPts val="3000"/>
              <a:buFont typeface="Arial"/>
              <a:buNone/>
              <a:defRPr b="0" i="1" sz="30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000"/>
              <a:buFont typeface="Arial"/>
              <a:buNone/>
              <a:defRPr b="0" i="1" sz="30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000"/>
              <a:buFont typeface="Arial"/>
              <a:buNone/>
              <a:defRPr b="0" i="1" sz="30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000"/>
              <a:buFont typeface="Arial"/>
              <a:buNone/>
              <a:defRPr b="0" i="1" sz="3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000"/>
              <a:buFont typeface="Arial"/>
              <a:buNone/>
              <a:defRPr b="0" i="1" sz="3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000"/>
              <a:buFont typeface="Arial"/>
              <a:buNone/>
              <a:defRPr b="0" i="1" sz="3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000"/>
              <a:buFont typeface="Arial"/>
              <a:buNone/>
              <a:defRPr b="0" i="1" sz="3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000"/>
              <a:buFont typeface="Arial"/>
              <a:buNone/>
              <a:defRPr b="0" i="1" sz="30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713250" y="1152475"/>
            <a:ext cx="77175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4999"/>
              </a:lnSpc>
              <a:spcBef>
                <a:spcPts val="0"/>
              </a:spcBef>
              <a:spcAft>
                <a:spcPts val="0"/>
              </a:spcAft>
              <a:buClr>
                <a:schemeClr val="dk2"/>
              </a:buClr>
              <a:buSzPts val="1800"/>
              <a:buFont typeface="Montserrat"/>
              <a:buChar char="●"/>
              <a:defRPr b="0" i="0" sz="1800" u="none" cap="none" strike="noStrike">
                <a:solidFill>
                  <a:schemeClr val="dk2"/>
                </a:solidFill>
                <a:latin typeface="Montserrat"/>
                <a:ea typeface="Montserrat"/>
                <a:cs typeface="Montserrat"/>
                <a:sym typeface="Montserrat"/>
              </a:defRPr>
            </a:lvl1pPr>
            <a:lvl2pPr indent="-317500" lvl="1" marL="914400" marR="0" rtl="0" algn="l">
              <a:lnSpc>
                <a:spcPct val="114999"/>
              </a:lnSpc>
              <a:spcBef>
                <a:spcPts val="0"/>
              </a:spcBef>
              <a:spcAft>
                <a:spcPts val="0"/>
              </a:spcAft>
              <a:buClr>
                <a:schemeClr val="dk2"/>
              </a:buClr>
              <a:buSzPts val="1400"/>
              <a:buFont typeface="Montserrat"/>
              <a:buChar char="○"/>
              <a:defRPr b="0" i="0" sz="1400" u="none" cap="none" strike="noStrike">
                <a:solidFill>
                  <a:schemeClr val="dk2"/>
                </a:solidFill>
                <a:latin typeface="Montserrat"/>
                <a:ea typeface="Montserrat"/>
                <a:cs typeface="Montserrat"/>
                <a:sym typeface="Montserrat"/>
              </a:defRPr>
            </a:lvl2pPr>
            <a:lvl3pPr indent="-317500" lvl="2" marL="1371600" marR="0" rtl="0" algn="l">
              <a:lnSpc>
                <a:spcPct val="114999"/>
              </a:lnSpc>
              <a:spcBef>
                <a:spcPts val="0"/>
              </a:spcBef>
              <a:spcAft>
                <a:spcPts val="0"/>
              </a:spcAft>
              <a:buClr>
                <a:schemeClr val="dk2"/>
              </a:buClr>
              <a:buSzPts val="1400"/>
              <a:buFont typeface="Montserrat"/>
              <a:buChar char="■"/>
              <a:defRPr b="0" i="0" sz="1400" u="none" cap="none" strike="noStrike">
                <a:solidFill>
                  <a:schemeClr val="dk2"/>
                </a:solidFill>
                <a:latin typeface="Montserrat"/>
                <a:ea typeface="Montserrat"/>
                <a:cs typeface="Montserrat"/>
                <a:sym typeface="Montserrat"/>
              </a:defRPr>
            </a:lvl3pPr>
            <a:lvl4pPr indent="-317500" lvl="3" marL="1828800" marR="0" rtl="0" algn="l">
              <a:lnSpc>
                <a:spcPct val="114999"/>
              </a:lnSpc>
              <a:spcBef>
                <a:spcPts val="0"/>
              </a:spcBef>
              <a:spcAft>
                <a:spcPts val="0"/>
              </a:spcAft>
              <a:buClr>
                <a:schemeClr val="dk2"/>
              </a:buClr>
              <a:buSzPts val="1400"/>
              <a:buFont typeface="Montserrat"/>
              <a:buChar char="●"/>
              <a:defRPr b="0" i="0" sz="1400" u="none" cap="none" strike="noStrike">
                <a:solidFill>
                  <a:schemeClr val="dk2"/>
                </a:solidFill>
                <a:latin typeface="Montserrat"/>
                <a:ea typeface="Montserrat"/>
                <a:cs typeface="Montserrat"/>
                <a:sym typeface="Montserrat"/>
              </a:defRPr>
            </a:lvl4pPr>
            <a:lvl5pPr indent="-317500" lvl="4" marL="2286000" marR="0" rtl="0" algn="l">
              <a:lnSpc>
                <a:spcPct val="114999"/>
              </a:lnSpc>
              <a:spcBef>
                <a:spcPts val="0"/>
              </a:spcBef>
              <a:spcAft>
                <a:spcPts val="0"/>
              </a:spcAft>
              <a:buClr>
                <a:schemeClr val="dk2"/>
              </a:buClr>
              <a:buSzPts val="1400"/>
              <a:buFont typeface="Montserrat"/>
              <a:buChar char="○"/>
              <a:defRPr b="0" i="0" sz="1400" u="none" cap="none" strike="noStrike">
                <a:solidFill>
                  <a:schemeClr val="dk2"/>
                </a:solidFill>
                <a:latin typeface="Montserrat"/>
                <a:ea typeface="Montserrat"/>
                <a:cs typeface="Montserrat"/>
                <a:sym typeface="Montserrat"/>
              </a:defRPr>
            </a:lvl5pPr>
            <a:lvl6pPr indent="-317500" lvl="5" marL="2743200" marR="0" rtl="0" algn="l">
              <a:lnSpc>
                <a:spcPct val="114999"/>
              </a:lnSpc>
              <a:spcBef>
                <a:spcPts val="0"/>
              </a:spcBef>
              <a:spcAft>
                <a:spcPts val="0"/>
              </a:spcAft>
              <a:buClr>
                <a:schemeClr val="dk2"/>
              </a:buClr>
              <a:buSzPts val="1400"/>
              <a:buFont typeface="Montserrat"/>
              <a:buChar char="■"/>
              <a:defRPr b="0" i="0" sz="1400" u="none" cap="none" strike="noStrike">
                <a:solidFill>
                  <a:schemeClr val="dk2"/>
                </a:solidFill>
                <a:latin typeface="Montserrat"/>
                <a:ea typeface="Montserrat"/>
                <a:cs typeface="Montserrat"/>
                <a:sym typeface="Montserrat"/>
              </a:defRPr>
            </a:lvl6pPr>
            <a:lvl7pPr indent="-317500" lvl="6" marL="3200400" marR="0" rtl="0" algn="l">
              <a:lnSpc>
                <a:spcPct val="114999"/>
              </a:lnSpc>
              <a:spcBef>
                <a:spcPts val="0"/>
              </a:spcBef>
              <a:spcAft>
                <a:spcPts val="0"/>
              </a:spcAft>
              <a:buClr>
                <a:schemeClr val="dk2"/>
              </a:buClr>
              <a:buSzPts val="1400"/>
              <a:buFont typeface="Montserrat"/>
              <a:buChar char="●"/>
              <a:defRPr b="0" i="0" sz="1400" u="none" cap="none" strike="noStrike">
                <a:solidFill>
                  <a:schemeClr val="dk2"/>
                </a:solidFill>
                <a:latin typeface="Montserrat"/>
                <a:ea typeface="Montserrat"/>
                <a:cs typeface="Montserrat"/>
                <a:sym typeface="Montserrat"/>
              </a:defRPr>
            </a:lvl7pPr>
            <a:lvl8pPr indent="-317500" lvl="7" marL="3657600" marR="0" rtl="0" algn="l">
              <a:lnSpc>
                <a:spcPct val="114999"/>
              </a:lnSpc>
              <a:spcBef>
                <a:spcPts val="0"/>
              </a:spcBef>
              <a:spcAft>
                <a:spcPts val="0"/>
              </a:spcAft>
              <a:buClr>
                <a:schemeClr val="dk2"/>
              </a:buClr>
              <a:buSzPts val="1400"/>
              <a:buFont typeface="Montserrat"/>
              <a:buChar char="○"/>
              <a:defRPr b="0" i="0" sz="1400" u="none" cap="none" strike="noStrike">
                <a:solidFill>
                  <a:schemeClr val="dk2"/>
                </a:solidFill>
                <a:latin typeface="Montserrat"/>
                <a:ea typeface="Montserrat"/>
                <a:cs typeface="Montserrat"/>
                <a:sym typeface="Montserrat"/>
              </a:defRPr>
            </a:lvl8pPr>
            <a:lvl9pPr indent="-317500" lvl="8" marL="4114800" marR="0" rtl="0" algn="l">
              <a:lnSpc>
                <a:spcPct val="114999"/>
              </a:lnSpc>
              <a:spcBef>
                <a:spcPts val="0"/>
              </a:spcBef>
              <a:spcAft>
                <a:spcPts val="0"/>
              </a:spcAft>
              <a:buClr>
                <a:schemeClr val="dk2"/>
              </a:buClr>
              <a:buSzPts val="1400"/>
              <a:buFont typeface="Montserrat"/>
              <a:buChar char="■"/>
              <a:defRPr b="0" i="0" sz="1400" u="none" cap="none" strike="noStrike">
                <a:solidFill>
                  <a:schemeClr val="dk2"/>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2"/>
          <p:cNvSpPr txBox="1"/>
          <p:nvPr/>
        </p:nvSpPr>
        <p:spPr>
          <a:xfrm>
            <a:off x="1939650" y="840150"/>
            <a:ext cx="5264700" cy="346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5200"/>
              <a:buFont typeface="Vidaloka"/>
              <a:buNone/>
            </a:pPr>
            <a:r>
              <a:rPr b="1" lang="az-Latn-AZ" sz="6500">
                <a:solidFill>
                  <a:schemeClr val="dk1"/>
                </a:solidFill>
                <a:latin typeface="Montserrat"/>
                <a:ea typeface="Montserrat"/>
                <a:cs typeface="Montserrat"/>
                <a:sym typeface="Montserrat"/>
              </a:rPr>
              <a:t>Ağıllı davamiyyət sistemi</a:t>
            </a:r>
            <a:endParaRPr b="1" sz="65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800">
              <a:solidFill>
                <a:schemeClr val="dk2"/>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3"/>
          <p:cNvSpPr txBox="1"/>
          <p:nvPr>
            <p:ph idx="1" type="subTitle"/>
          </p:nvPr>
        </p:nvSpPr>
        <p:spPr>
          <a:xfrm>
            <a:off x="0" y="1219975"/>
            <a:ext cx="4465800" cy="3499200"/>
          </a:xfrm>
          <a:prstGeom prst="rect">
            <a:avLst/>
          </a:prstGeom>
          <a:noFill/>
          <a:ln>
            <a:noFill/>
          </a:ln>
        </p:spPr>
        <p:txBody>
          <a:bodyPr anchorCtr="0" anchor="t" bIns="91375" lIns="91375" spcFirstLastPara="1" rIns="91375" wrap="square" tIns="91375">
            <a:noAutofit/>
          </a:bodyPr>
          <a:lstStyle/>
          <a:p>
            <a:pPr indent="-342900" lvl="0" marL="457200" rtl="0" algn="l">
              <a:lnSpc>
                <a:spcPct val="114999"/>
              </a:lnSpc>
              <a:spcBef>
                <a:spcPts val="0"/>
              </a:spcBef>
              <a:spcAft>
                <a:spcPts val="0"/>
              </a:spcAft>
              <a:buClr>
                <a:schemeClr val="accent1"/>
              </a:buClr>
              <a:buSzPts val="1400"/>
              <a:buFont typeface="Arial"/>
              <a:buChar char="•"/>
            </a:pPr>
            <a:r>
              <a:rPr i="0" lang="az-Latn-AZ" sz="2000" u="none" cap="none" strike="noStrike">
                <a:solidFill>
                  <a:schemeClr val="dk1"/>
                </a:solidFill>
                <a:latin typeface="Montserrat Medium"/>
                <a:ea typeface="Montserrat Medium"/>
                <a:cs typeface="Montserrat Medium"/>
                <a:sym typeface="Montserrat Medium"/>
              </a:rPr>
              <a:t>Bu, müasir üz tanıma texnologiyasına əsaslanan proqram təminatıdır. Sistem, yüksək dəqiqlikli kameralar vasitəsilə insan simalarını skan edərək biometrik məlumatları emal edir və saniyələr ərzində şəxsin kimliyini müəyyənləşdirməyə imkan verir.</a:t>
            </a:r>
            <a:endParaRPr i="0" sz="2000" u="none" cap="none" strike="noStrike">
              <a:solidFill>
                <a:schemeClr val="dk1"/>
              </a:solidFill>
              <a:latin typeface="Montserrat Medium"/>
              <a:ea typeface="Montserrat Medium"/>
              <a:cs typeface="Montserrat Medium"/>
              <a:sym typeface="Montserrat Medium"/>
            </a:endParaRPr>
          </a:p>
          <a:p>
            <a:pPr indent="-254000" lvl="0" marL="457200" rtl="0" algn="l">
              <a:lnSpc>
                <a:spcPct val="100000"/>
              </a:lnSpc>
              <a:spcBef>
                <a:spcPts val="0"/>
              </a:spcBef>
              <a:spcAft>
                <a:spcPts val="0"/>
              </a:spcAft>
              <a:buClr>
                <a:schemeClr val="accent1"/>
              </a:buClr>
              <a:buSzPts val="1400"/>
              <a:buFont typeface="Arial"/>
              <a:buNone/>
            </a:pPr>
            <a:r>
              <a:t/>
            </a:r>
            <a:endParaRPr sz="900">
              <a:latin typeface="Montserrat Medium"/>
              <a:ea typeface="Montserrat Medium"/>
              <a:cs typeface="Montserrat Medium"/>
              <a:sym typeface="Montserrat Medium"/>
            </a:endParaRPr>
          </a:p>
        </p:txBody>
      </p:sp>
      <p:sp>
        <p:nvSpPr>
          <p:cNvPr id="69" name="Google Shape;69;p13"/>
          <p:cNvSpPr txBox="1"/>
          <p:nvPr>
            <p:ph type="title"/>
          </p:nvPr>
        </p:nvSpPr>
        <p:spPr>
          <a:xfrm>
            <a:off x="0" y="273250"/>
            <a:ext cx="9144000" cy="1098300"/>
          </a:xfrm>
          <a:prstGeom prst="rect">
            <a:avLst/>
          </a:prstGeom>
          <a:noFill/>
          <a:ln>
            <a:noFill/>
          </a:ln>
        </p:spPr>
        <p:txBody>
          <a:bodyPr anchorCtr="0" anchor="t" bIns="91400" lIns="91400" spcFirstLastPara="1" rIns="91400" wrap="square" tIns="91400">
            <a:noAutofit/>
          </a:bodyPr>
          <a:lstStyle/>
          <a:p>
            <a:pPr indent="0" lvl="0" marL="0" rtl="0" algn="ctr">
              <a:lnSpc>
                <a:spcPct val="100000"/>
              </a:lnSpc>
              <a:spcBef>
                <a:spcPts val="0"/>
              </a:spcBef>
              <a:spcAft>
                <a:spcPts val="0"/>
              </a:spcAft>
              <a:buSzPts val="3000"/>
              <a:buNone/>
            </a:pPr>
            <a:r>
              <a:rPr b="1" lang="az-Latn-AZ">
                <a:latin typeface="Montserrat"/>
                <a:ea typeface="Montserrat"/>
                <a:cs typeface="Montserrat"/>
                <a:sym typeface="Montserrat"/>
              </a:rPr>
              <a:t>Ağıllı davamiyyət sistemi tam olaraq nədir?</a:t>
            </a:r>
            <a:endParaRPr b="1">
              <a:latin typeface="Montserrat"/>
              <a:ea typeface="Montserrat"/>
              <a:cs typeface="Montserrat"/>
              <a:sym typeface="Montserrat"/>
            </a:endParaRPr>
          </a:p>
        </p:txBody>
      </p:sp>
      <p:sp>
        <p:nvSpPr>
          <p:cNvPr id="70" name="Google Shape;70;p13"/>
          <p:cNvSpPr txBox="1"/>
          <p:nvPr/>
        </p:nvSpPr>
        <p:spPr>
          <a:xfrm>
            <a:off x="4465800" y="1219974"/>
            <a:ext cx="3742800" cy="203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az-Latn-AZ" sz="2000">
                <a:solidFill>
                  <a:schemeClr val="dk2"/>
                </a:solidFill>
                <a:latin typeface="Montserrat Medium"/>
                <a:ea typeface="Montserrat Medium"/>
                <a:cs typeface="Montserrat Medium"/>
                <a:sym typeface="Montserrat Medium"/>
              </a:rPr>
              <a:t>Bu vasitə ilə istifadəçilərin giriş-çıxış məlumatları avtomoatik olaraq qeydə alınır və idarəetmə panelində anlıq olaraq izlənilə bilir.</a:t>
            </a:r>
            <a:endParaRPr i="0" sz="2000" u="none" cap="none" strike="noStrike">
              <a:solidFill>
                <a:schemeClr val="dk2"/>
              </a:solidFill>
              <a:latin typeface="Montserrat Medium"/>
              <a:ea typeface="Montserrat Medium"/>
              <a:cs typeface="Montserrat Medium"/>
              <a:sym typeface="Montserrat Medium"/>
            </a:endParaRPr>
          </a:p>
        </p:txBody>
      </p:sp>
      <p:sp>
        <p:nvSpPr>
          <p:cNvPr id="71" name="Google Shape;71;p13"/>
          <p:cNvSpPr txBox="1"/>
          <p:nvPr/>
        </p:nvSpPr>
        <p:spPr>
          <a:xfrm>
            <a:off x="242961" y="3219208"/>
            <a:ext cx="3497250" cy="3356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4"/>
          <p:cNvSpPr txBox="1"/>
          <p:nvPr>
            <p:ph idx="1" type="subTitle"/>
          </p:nvPr>
        </p:nvSpPr>
        <p:spPr>
          <a:xfrm>
            <a:off x="-1" y="845926"/>
            <a:ext cx="4572000" cy="2640300"/>
          </a:xfrm>
          <a:prstGeom prst="rect">
            <a:avLst/>
          </a:prstGeom>
          <a:noFill/>
          <a:ln>
            <a:noFill/>
          </a:ln>
        </p:spPr>
        <p:txBody>
          <a:bodyPr anchorCtr="0" anchor="t" bIns="91400" lIns="91400" spcFirstLastPara="1" rIns="91400" wrap="square" tIns="91400">
            <a:noAutofit/>
          </a:bodyPr>
          <a:lstStyle/>
          <a:p>
            <a:pPr indent="-292100" lvl="0" marL="457200" rtl="0" algn="l">
              <a:lnSpc>
                <a:spcPct val="100000"/>
              </a:lnSpc>
              <a:spcBef>
                <a:spcPts val="0"/>
              </a:spcBef>
              <a:spcAft>
                <a:spcPts val="0"/>
              </a:spcAft>
              <a:buClr>
                <a:schemeClr val="dk1"/>
              </a:buClr>
              <a:buSzPts val="2200"/>
              <a:buFont typeface="Arial"/>
              <a:buChar char="•"/>
            </a:pPr>
            <a:r>
              <a:rPr i="0" lang="az-Latn-AZ" sz="2200" u="none">
                <a:solidFill>
                  <a:srgbClr val="000000"/>
                </a:solidFill>
                <a:latin typeface="Montserrat Medium"/>
                <a:ea typeface="Montserrat Medium"/>
                <a:cs typeface="Montserrat Medium"/>
                <a:sym typeface="Montserrat Medium"/>
              </a:rPr>
              <a:t> </a:t>
            </a:r>
            <a:r>
              <a:rPr i="0" lang="az-Latn-AZ" sz="2200" u="none" cap="none" strike="noStrike">
                <a:solidFill>
                  <a:schemeClr val="dk1"/>
                </a:solidFill>
                <a:latin typeface="Montserrat Medium"/>
                <a:ea typeface="Montserrat Medium"/>
                <a:cs typeface="Montserrat Medium"/>
                <a:sym typeface="Montserrat Medium"/>
              </a:rPr>
              <a:t>Biz bu sistemi tətbiq etməkdə əsas məqsədimiz, şagirdlərin dərsə iştirakının qeydiyyat prosesini tamamilə avtomatlaşdırmaq və bununla da məktəb heyətinin inzibati yükünü əhəmiyyətli dərəcədə azaltmaqdır</a:t>
            </a:r>
            <a:r>
              <a:rPr i="0" lang="az-Latn-AZ" sz="2200" u="none">
                <a:solidFill>
                  <a:srgbClr val="000000"/>
                </a:solidFill>
                <a:latin typeface="Montserrat Medium"/>
                <a:ea typeface="Montserrat Medium"/>
                <a:cs typeface="Montserrat Medium"/>
                <a:sym typeface="Montserrat Medium"/>
              </a:rPr>
              <a:t>.</a:t>
            </a:r>
            <a:endParaRPr sz="2200">
              <a:latin typeface="Montserrat Medium"/>
              <a:ea typeface="Montserrat Medium"/>
              <a:cs typeface="Montserrat Medium"/>
              <a:sym typeface="Montserrat Medium"/>
            </a:endParaRPr>
          </a:p>
        </p:txBody>
      </p:sp>
      <p:sp>
        <p:nvSpPr>
          <p:cNvPr id="77" name="Google Shape;77;p14"/>
          <p:cNvSpPr txBox="1"/>
          <p:nvPr>
            <p:ph type="title"/>
          </p:nvPr>
        </p:nvSpPr>
        <p:spPr>
          <a:xfrm>
            <a:off x="0" y="273225"/>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b="1" lang="az-Latn-AZ">
                <a:latin typeface="Montserrat"/>
                <a:ea typeface="Montserrat"/>
                <a:cs typeface="Montserrat"/>
                <a:sym typeface="Montserrat"/>
              </a:rPr>
              <a:t>Biz bunu niyə edirik?</a:t>
            </a:r>
            <a:endParaRPr b="1">
              <a:latin typeface="Montserrat"/>
              <a:ea typeface="Montserrat"/>
              <a:cs typeface="Montserrat"/>
              <a:sym typeface="Montserrat"/>
            </a:endParaRPr>
          </a:p>
        </p:txBody>
      </p:sp>
      <p:sp>
        <p:nvSpPr>
          <p:cNvPr id="78" name="Google Shape;78;p14"/>
          <p:cNvSpPr txBox="1"/>
          <p:nvPr/>
        </p:nvSpPr>
        <p:spPr>
          <a:xfrm>
            <a:off x="5618450" y="1212625"/>
            <a:ext cx="3546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Montserrat"/>
              <a:ea typeface="Montserrat"/>
              <a:cs typeface="Montserrat"/>
              <a:sym typeface="Montserrat"/>
            </a:endParaRPr>
          </a:p>
        </p:txBody>
      </p:sp>
      <p:sp>
        <p:nvSpPr>
          <p:cNvPr id="79" name="Google Shape;79;p14"/>
          <p:cNvSpPr txBox="1"/>
          <p:nvPr/>
        </p:nvSpPr>
        <p:spPr>
          <a:xfrm>
            <a:off x="4572000" y="845925"/>
            <a:ext cx="3983100" cy="2986200"/>
          </a:xfrm>
          <a:prstGeom prst="rect">
            <a:avLst/>
          </a:prstGeom>
          <a:noFill/>
          <a:ln>
            <a:noFill/>
          </a:ln>
        </p:spPr>
        <p:txBody>
          <a:bodyPr anchorCtr="0" anchor="t" bIns="45700" lIns="91425" spcFirstLastPara="1" rIns="91425" wrap="square" tIns="45700">
            <a:spAutoFit/>
          </a:bodyPr>
          <a:lstStyle/>
          <a:p>
            <a:pPr indent="-368300" lvl="0" marL="457200" marR="0" rtl="0" algn="l">
              <a:lnSpc>
                <a:spcPct val="100000"/>
              </a:lnSpc>
              <a:spcBef>
                <a:spcPts val="0"/>
              </a:spcBef>
              <a:spcAft>
                <a:spcPts val="0"/>
              </a:spcAft>
              <a:buClr>
                <a:schemeClr val="dk1"/>
              </a:buClr>
              <a:buSzPts val="3400"/>
              <a:buFont typeface="Montserrat Medium"/>
              <a:buChar char="•"/>
            </a:pPr>
            <a:r>
              <a:rPr i="0" lang="az-Latn-AZ" sz="2200" u="none" cap="none" strike="noStrike">
                <a:solidFill>
                  <a:srgbClr val="000000"/>
                </a:solidFill>
                <a:latin typeface="Montserrat Medium"/>
                <a:ea typeface="Montserrat Medium"/>
                <a:cs typeface="Montserrat Medium"/>
                <a:sym typeface="Montserrat Medium"/>
              </a:rPr>
              <a:t>Bu ağıllı proqram təminatı ilə məktəbiniz daha təhlükəsiz, müəllimlər isə daha az yüklənmiş olacaq! jurnal yazmaq üçün sərf olunan vaxt isə xeyli qısalır. </a:t>
            </a:r>
            <a:endParaRPr i="0" sz="2200" u="none" cap="none" strike="noStrike">
              <a:solidFill>
                <a:srgbClr val="000000"/>
              </a:solidFill>
              <a:latin typeface="Montserrat Medium"/>
              <a:ea typeface="Montserrat Medium"/>
              <a:cs typeface="Montserrat Medium"/>
              <a:sym typeface="Montserrat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type="title"/>
          </p:nvPr>
        </p:nvSpPr>
        <p:spPr>
          <a:xfrm>
            <a:off x="-8139" y="281399"/>
            <a:ext cx="4270500" cy="1291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000"/>
              <a:buNone/>
            </a:pPr>
            <a:r>
              <a:rPr b="1" lang="az-Latn-AZ">
                <a:latin typeface="Montserrat"/>
                <a:ea typeface="Montserrat"/>
                <a:cs typeface="Montserrat"/>
                <a:sym typeface="Montserrat"/>
              </a:rPr>
              <a:t>Asanlıq!</a:t>
            </a:r>
            <a:endParaRPr b="1">
              <a:latin typeface="Montserrat"/>
              <a:ea typeface="Montserrat"/>
              <a:cs typeface="Montserrat"/>
              <a:sym typeface="Montserrat"/>
            </a:endParaRPr>
          </a:p>
        </p:txBody>
      </p:sp>
      <p:sp>
        <p:nvSpPr>
          <p:cNvPr id="85" name="Google Shape;85;p15"/>
          <p:cNvSpPr txBox="1"/>
          <p:nvPr>
            <p:ph idx="1" type="subTitle"/>
          </p:nvPr>
        </p:nvSpPr>
        <p:spPr>
          <a:xfrm>
            <a:off x="-68450" y="1455150"/>
            <a:ext cx="4391100" cy="1839000"/>
          </a:xfrm>
          <a:prstGeom prst="rect">
            <a:avLst/>
          </a:prstGeom>
          <a:noFill/>
          <a:ln>
            <a:noFill/>
          </a:ln>
        </p:spPr>
        <p:txBody>
          <a:bodyPr anchorCtr="0" anchor="t" bIns="91400" lIns="91400" spcFirstLastPara="1" rIns="91400" wrap="square" tIns="91400">
            <a:noAutofit/>
          </a:bodyPr>
          <a:lstStyle/>
          <a:p>
            <a:pPr indent="-205093" lvl="0" marL="217793" marR="0" rtl="0" algn="ctr">
              <a:lnSpc>
                <a:spcPct val="100000"/>
              </a:lnSpc>
              <a:spcBef>
                <a:spcPts val="0"/>
              </a:spcBef>
              <a:spcAft>
                <a:spcPts val="0"/>
              </a:spcAft>
              <a:buClr>
                <a:schemeClr val="dk2"/>
              </a:buClr>
              <a:buSzPts val="1600"/>
              <a:buFont typeface="Arial"/>
              <a:buChar char="•"/>
            </a:pPr>
            <a:r>
              <a:rPr lang="az-Latn-AZ" sz="1600">
                <a:latin typeface="Montserrat Medium"/>
                <a:ea typeface="Montserrat Medium"/>
                <a:cs typeface="Montserrat Medium"/>
                <a:sym typeface="Montserrat Medium"/>
              </a:rPr>
              <a:t>Bu, intuitiv interfeysə malik olub, istifadəçi dostu şəkildə dizayn edilmiş Qrafik İstifadəçi İnterfeysidir (GUI). Bu sistemin istifadəsi minimum təlimlə, hətta texniki bilikləri olmayanlar üçün də son dərəcə asandır</a:t>
            </a:r>
            <a:r>
              <a:rPr lang="az-Latn-AZ" sz="1600">
                <a:solidFill>
                  <a:srgbClr val="000000"/>
                </a:solidFill>
                <a:latin typeface="Montserrat Medium"/>
                <a:ea typeface="Montserrat Medium"/>
                <a:cs typeface="Montserrat Medium"/>
                <a:sym typeface="Montserrat Medium"/>
              </a:rPr>
              <a:t>.</a:t>
            </a:r>
            <a:endParaRPr sz="1600">
              <a:latin typeface="Montserrat Medium"/>
              <a:ea typeface="Montserrat Medium"/>
              <a:cs typeface="Montserrat Medium"/>
              <a:sym typeface="Montserrat Medium"/>
            </a:endParaRPr>
          </a:p>
        </p:txBody>
      </p:sp>
      <p:pic>
        <p:nvPicPr>
          <p:cNvPr id="86" name="Google Shape;86;p15"/>
          <p:cNvPicPr preferRelativeResize="0"/>
          <p:nvPr/>
        </p:nvPicPr>
        <p:blipFill rotWithShape="1">
          <a:blip r:embed="rId3">
            <a:alphaModFix/>
          </a:blip>
          <a:srcRect b="3605" l="0" r="0" t="0"/>
          <a:stretch/>
        </p:blipFill>
        <p:spPr>
          <a:xfrm>
            <a:off x="4322651" y="1009657"/>
            <a:ext cx="4752900" cy="3124200"/>
          </a:xfrm>
          <a:prstGeom prst="rect">
            <a:avLst/>
          </a:prstGeom>
          <a:noFill/>
          <a:ln>
            <a:noFill/>
          </a:ln>
        </p:spPr>
      </p:pic>
      <p:sp>
        <p:nvSpPr>
          <p:cNvPr id="87" name="Google Shape;87;p15"/>
          <p:cNvSpPr txBox="1"/>
          <p:nvPr/>
        </p:nvSpPr>
        <p:spPr>
          <a:xfrm>
            <a:off x="175" y="3294150"/>
            <a:ext cx="4253700" cy="1600800"/>
          </a:xfrm>
          <a:prstGeom prst="rect">
            <a:avLst/>
          </a:prstGeom>
          <a:noFill/>
          <a:ln>
            <a:noFill/>
          </a:ln>
        </p:spPr>
        <p:txBody>
          <a:bodyPr anchorCtr="0" anchor="t" bIns="45700" lIns="91425" spcFirstLastPara="1" rIns="91425" wrap="square" tIns="45700">
            <a:spAutoFit/>
          </a:bodyPr>
          <a:lstStyle/>
          <a:p>
            <a:pPr indent="-217792" lvl="0" marL="217792" marR="0" rtl="0" algn="ctr">
              <a:lnSpc>
                <a:spcPct val="100000"/>
              </a:lnSpc>
              <a:spcBef>
                <a:spcPts val="0"/>
              </a:spcBef>
              <a:spcAft>
                <a:spcPts val="0"/>
              </a:spcAft>
              <a:buClr>
                <a:schemeClr val="dk2"/>
              </a:buClr>
              <a:buSzPts val="1800"/>
              <a:buFont typeface="Montserrat Medium"/>
              <a:buChar char="•"/>
            </a:pPr>
            <a:r>
              <a:rPr i="0" lang="az-Latn-AZ" sz="1600" u="none" cap="none" strike="noStrike">
                <a:solidFill>
                  <a:srgbClr val="000000"/>
                </a:solidFill>
                <a:latin typeface="Montserrat Medium"/>
                <a:ea typeface="Montserrat Medium"/>
                <a:cs typeface="Montserrat Medium"/>
                <a:sym typeface="Montserrat Medium"/>
              </a:rPr>
              <a:t>İstifadə rahatlığı sayəsində sistem hər yaşda və hər texnoloji səviyyədə olan müəllimlər üçün əlçatan olur. Sadə interfeys dərs prosesini sürətləndirir və müəllimlərə daha çox vaxtı tədrisə ayırmaq imkanı yaradır.</a:t>
            </a:r>
            <a:endParaRPr i="0" sz="1600" u="none" cap="none" strike="noStrike">
              <a:solidFill>
                <a:srgbClr val="000000"/>
              </a:solidFill>
              <a:latin typeface="Montserrat Medium"/>
              <a:ea typeface="Montserrat Medium"/>
              <a:cs typeface="Montserrat Medium"/>
              <a:sym typeface="Montserrat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6"/>
          <p:cNvSpPr txBox="1"/>
          <p:nvPr>
            <p:ph type="title"/>
          </p:nvPr>
        </p:nvSpPr>
        <p:spPr>
          <a:xfrm>
            <a:off x="4548000" y="292175"/>
            <a:ext cx="4512900" cy="1291200"/>
          </a:xfrm>
          <a:prstGeom prst="rect">
            <a:avLst/>
          </a:prstGeom>
          <a:noFill/>
          <a:ln>
            <a:noFill/>
          </a:ln>
        </p:spPr>
        <p:txBody>
          <a:bodyPr anchorCtr="0" anchor="t" bIns="91400" lIns="91400" spcFirstLastPara="1" rIns="91400" wrap="square" tIns="91400">
            <a:noAutofit/>
          </a:bodyPr>
          <a:lstStyle/>
          <a:p>
            <a:pPr indent="0" lvl="0" marL="0" rtl="0" algn="ctr">
              <a:lnSpc>
                <a:spcPct val="100000"/>
              </a:lnSpc>
              <a:spcBef>
                <a:spcPts val="0"/>
              </a:spcBef>
              <a:spcAft>
                <a:spcPts val="0"/>
              </a:spcAft>
              <a:buSzPts val="9000"/>
              <a:buNone/>
            </a:pPr>
            <a:r>
              <a:rPr b="1" lang="az-Latn-AZ">
                <a:latin typeface="Montserrat"/>
                <a:ea typeface="Montserrat"/>
                <a:cs typeface="Montserrat"/>
                <a:sym typeface="Montserrat"/>
              </a:rPr>
              <a:t>Sürət!</a:t>
            </a:r>
            <a:endParaRPr b="1">
              <a:latin typeface="Montserrat"/>
              <a:ea typeface="Montserrat"/>
              <a:cs typeface="Montserrat"/>
              <a:sym typeface="Montserrat"/>
            </a:endParaRPr>
          </a:p>
        </p:txBody>
      </p:sp>
      <p:sp>
        <p:nvSpPr>
          <p:cNvPr id="94" name="Google Shape;94;p16"/>
          <p:cNvSpPr txBox="1"/>
          <p:nvPr>
            <p:ph idx="1" type="subTitle"/>
          </p:nvPr>
        </p:nvSpPr>
        <p:spPr>
          <a:xfrm>
            <a:off x="4372974" y="1430425"/>
            <a:ext cx="4803000" cy="927600"/>
          </a:xfrm>
          <a:prstGeom prst="rect">
            <a:avLst/>
          </a:prstGeom>
          <a:noFill/>
          <a:ln>
            <a:noFill/>
          </a:ln>
        </p:spPr>
        <p:txBody>
          <a:bodyPr anchorCtr="0" anchor="t" bIns="91400" lIns="91400" spcFirstLastPara="1" rIns="91400" wrap="square" tIns="91400">
            <a:noAutofit/>
          </a:bodyPr>
          <a:lstStyle/>
          <a:p>
            <a:pPr indent="-342900" lvl="0" marL="457200" marR="0" rtl="0" algn="ctr">
              <a:lnSpc>
                <a:spcPct val="100000"/>
              </a:lnSpc>
              <a:spcBef>
                <a:spcPts val="0"/>
              </a:spcBef>
              <a:spcAft>
                <a:spcPts val="0"/>
              </a:spcAft>
              <a:buClr>
                <a:schemeClr val="dk2"/>
              </a:buClr>
              <a:buSzPts val="1800"/>
              <a:buFont typeface="Montserrat"/>
              <a:buNone/>
            </a:pPr>
            <a:r>
              <a:rPr lang="az-Latn-AZ" sz="1600">
                <a:latin typeface="Montserrat Medium"/>
                <a:ea typeface="Montserrat Medium"/>
                <a:cs typeface="Montserrat Medium"/>
                <a:sym typeface="Montserrat Medium"/>
              </a:rPr>
              <a:t>Ağıllı davamiyyət sistemi hər halda ənənəvi jurnaldan daha sürətli və daha dəqiqdir</a:t>
            </a:r>
            <a:endParaRPr sz="1600">
              <a:latin typeface="Montserrat Medium"/>
              <a:ea typeface="Montserrat Medium"/>
              <a:cs typeface="Montserrat Medium"/>
              <a:sym typeface="Montserrat Medium"/>
            </a:endParaRPr>
          </a:p>
        </p:txBody>
      </p:sp>
      <p:pic>
        <p:nvPicPr>
          <p:cNvPr id="95" name="Google Shape;95;p16"/>
          <p:cNvPicPr preferRelativeResize="0"/>
          <p:nvPr/>
        </p:nvPicPr>
        <p:blipFill rotWithShape="1">
          <a:blip r:embed="rId3">
            <a:alphaModFix/>
          </a:blip>
          <a:srcRect b="0" l="0" r="0" t="0"/>
          <a:stretch/>
        </p:blipFill>
        <p:spPr>
          <a:xfrm>
            <a:off x="157975" y="449705"/>
            <a:ext cx="4214999" cy="4262471"/>
          </a:xfrm>
          <a:prstGeom prst="rect">
            <a:avLst/>
          </a:prstGeom>
          <a:noFill/>
          <a:ln>
            <a:noFill/>
          </a:ln>
        </p:spPr>
      </p:pic>
      <p:sp>
        <p:nvSpPr>
          <p:cNvPr id="96" name="Google Shape;96;p16"/>
          <p:cNvSpPr txBox="1"/>
          <p:nvPr/>
        </p:nvSpPr>
        <p:spPr>
          <a:xfrm>
            <a:off x="5127000" y="2140800"/>
            <a:ext cx="3354900" cy="861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000"/>
              <a:buFont typeface="Arial"/>
              <a:buNone/>
            </a:pPr>
            <a:r>
              <a:rPr b="1" i="0" lang="az-Latn-AZ" sz="4400" u="none" cap="none" strike="noStrike">
                <a:solidFill>
                  <a:schemeClr val="dk1"/>
                </a:solidFill>
                <a:latin typeface="Montserrat"/>
                <a:ea typeface="Montserrat"/>
                <a:cs typeface="Montserrat"/>
                <a:sym typeface="Montserrat"/>
              </a:rPr>
              <a:t>TechStack</a:t>
            </a:r>
            <a:endParaRPr b="1" i="0" sz="4400" u="none" cap="none" strike="noStrike">
              <a:solidFill>
                <a:schemeClr val="dk2"/>
              </a:solidFill>
              <a:latin typeface="Montserrat"/>
              <a:ea typeface="Montserrat"/>
              <a:cs typeface="Montserrat"/>
              <a:sym typeface="Montserrat"/>
            </a:endParaRPr>
          </a:p>
        </p:txBody>
      </p:sp>
      <p:sp>
        <p:nvSpPr>
          <p:cNvPr id="97" name="Google Shape;97;p16"/>
          <p:cNvSpPr txBox="1"/>
          <p:nvPr/>
        </p:nvSpPr>
        <p:spPr>
          <a:xfrm>
            <a:off x="4647000" y="2982775"/>
            <a:ext cx="431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i="0" lang="az-Latn-AZ" sz="1100" u="none" cap="none" strike="noStrike">
                <a:solidFill>
                  <a:schemeClr val="dk2"/>
                </a:solidFill>
                <a:latin typeface="Montserrat SemiBold"/>
                <a:ea typeface="Montserrat SemiBold"/>
                <a:cs typeface="Montserrat SemiBold"/>
                <a:sym typeface="Montserrat SemiBold"/>
              </a:rPr>
              <a:t>Proqram üçün əsasən Python dilindən istifadə olunub.</a:t>
            </a:r>
            <a:endParaRPr i="0" sz="1100" u="none" cap="none" strike="noStrike">
              <a:solidFill>
                <a:schemeClr val="dk2"/>
              </a:solidFill>
              <a:latin typeface="Montserrat SemiBold"/>
              <a:ea typeface="Montserrat SemiBold"/>
              <a:cs typeface="Montserrat SemiBold"/>
              <a:sym typeface="Montserrat SemiBold"/>
            </a:endParaRPr>
          </a:p>
        </p:txBody>
      </p:sp>
      <p:sp>
        <p:nvSpPr>
          <p:cNvPr id="98" name="Google Shape;98;p16"/>
          <p:cNvSpPr txBox="1"/>
          <p:nvPr/>
        </p:nvSpPr>
        <p:spPr>
          <a:xfrm>
            <a:off x="4647000" y="3169925"/>
            <a:ext cx="4215000" cy="1539000"/>
          </a:xfrm>
          <a:prstGeom prst="rect">
            <a:avLst/>
          </a:prstGeom>
          <a:noFill/>
          <a:ln>
            <a:noFill/>
          </a:ln>
        </p:spPr>
        <p:txBody>
          <a:bodyPr anchorCtr="0" anchor="t" bIns="91425" lIns="91425" spcFirstLastPara="1" rIns="91425" wrap="square" tIns="91425">
            <a:noAutofit/>
          </a:bodyPr>
          <a:lstStyle/>
          <a:p>
            <a:pPr indent="-292100" lvl="0" marL="457200" marR="0" rtl="0" algn="l">
              <a:lnSpc>
                <a:spcPct val="100000"/>
              </a:lnSpc>
              <a:spcBef>
                <a:spcPts val="0"/>
              </a:spcBef>
              <a:spcAft>
                <a:spcPts val="0"/>
              </a:spcAft>
              <a:buClr>
                <a:schemeClr val="dk2"/>
              </a:buClr>
              <a:buSzPts val="1000"/>
              <a:buFont typeface="Montserrat Medium"/>
              <a:buChar char="●"/>
            </a:pPr>
            <a:r>
              <a:rPr i="0" lang="az-Latn-AZ" sz="1000" u="none" cap="none" strike="noStrike">
                <a:solidFill>
                  <a:schemeClr val="dk2"/>
                </a:solidFill>
                <a:latin typeface="Montserrat Medium"/>
                <a:ea typeface="Montserrat Medium"/>
                <a:cs typeface="Montserrat Medium"/>
                <a:sym typeface="Montserrat Medium"/>
              </a:rPr>
              <a:t>OpenCV-Python: Kamera və görüntü emalı üçün.</a:t>
            </a:r>
            <a:endParaRPr i="0" sz="1000" u="none" cap="none" strike="noStrike">
              <a:solidFill>
                <a:schemeClr val="dk2"/>
              </a:solidFill>
              <a:latin typeface="Montserrat Medium"/>
              <a:ea typeface="Montserrat Medium"/>
              <a:cs typeface="Montserrat Medium"/>
              <a:sym typeface="Montserrat Medium"/>
            </a:endParaRPr>
          </a:p>
          <a:p>
            <a:pPr indent="-292100" lvl="0" marL="457200" marR="0" rtl="0" algn="l">
              <a:lnSpc>
                <a:spcPct val="100000"/>
              </a:lnSpc>
              <a:spcBef>
                <a:spcPts val="0"/>
              </a:spcBef>
              <a:spcAft>
                <a:spcPts val="0"/>
              </a:spcAft>
              <a:buClr>
                <a:schemeClr val="dk2"/>
              </a:buClr>
              <a:buSzPts val="1000"/>
              <a:buFont typeface="Montserrat Medium"/>
              <a:buChar char="●"/>
            </a:pPr>
            <a:r>
              <a:rPr i="0" lang="az-Latn-AZ" sz="1000" u="none" cap="none" strike="noStrike">
                <a:solidFill>
                  <a:schemeClr val="dk2"/>
                </a:solidFill>
                <a:latin typeface="Montserrat Medium"/>
                <a:ea typeface="Montserrat Medium"/>
                <a:cs typeface="Montserrat Medium"/>
                <a:sym typeface="Montserrat Medium"/>
              </a:rPr>
              <a:t>NumPy: Tanıma prosesi və hesablama əməliyyatları üçün.</a:t>
            </a:r>
            <a:endParaRPr i="0" sz="1000" u="none" cap="none" strike="noStrike">
              <a:solidFill>
                <a:schemeClr val="dk2"/>
              </a:solidFill>
              <a:latin typeface="Montserrat Medium"/>
              <a:ea typeface="Montserrat Medium"/>
              <a:cs typeface="Montserrat Medium"/>
              <a:sym typeface="Montserrat Medium"/>
            </a:endParaRPr>
          </a:p>
          <a:p>
            <a:pPr indent="-292100" lvl="0" marL="457200" marR="0" rtl="0" algn="l">
              <a:lnSpc>
                <a:spcPct val="100000"/>
              </a:lnSpc>
              <a:spcBef>
                <a:spcPts val="0"/>
              </a:spcBef>
              <a:spcAft>
                <a:spcPts val="0"/>
              </a:spcAft>
              <a:buClr>
                <a:schemeClr val="dk2"/>
              </a:buClr>
              <a:buSzPts val="1000"/>
              <a:buFont typeface="Montserrat Medium"/>
              <a:buChar char="●"/>
            </a:pPr>
            <a:r>
              <a:rPr i="0" lang="az-Latn-AZ" sz="1000" u="none" cap="none" strike="noStrike">
                <a:solidFill>
                  <a:schemeClr val="dk2"/>
                </a:solidFill>
                <a:latin typeface="Montserrat Medium"/>
                <a:ea typeface="Montserrat Medium"/>
                <a:cs typeface="Montserrat Medium"/>
                <a:sym typeface="Montserrat Medium"/>
              </a:rPr>
              <a:t>DeepFace: Süni intellekt əsaslı üz tanıma və analiz üçün.</a:t>
            </a:r>
            <a:endParaRPr i="0" sz="1000" u="none" cap="none" strike="noStrike">
              <a:solidFill>
                <a:schemeClr val="dk2"/>
              </a:solidFill>
              <a:latin typeface="Montserrat Medium"/>
              <a:ea typeface="Montserrat Medium"/>
              <a:cs typeface="Montserrat Medium"/>
              <a:sym typeface="Montserrat Medium"/>
            </a:endParaRPr>
          </a:p>
          <a:p>
            <a:pPr indent="-292100" lvl="0" marL="457200" marR="0" rtl="0" algn="l">
              <a:lnSpc>
                <a:spcPct val="100000"/>
              </a:lnSpc>
              <a:spcBef>
                <a:spcPts val="0"/>
              </a:spcBef>
              <a:spcAft>
                <a:spcPts val="0"/>
              </a:spcAft>
              <a:buClr>
                <a:schemeClr val="dk2"/>
              </a:buClr>
              <a:buSzPts val="1000"/>
              <a:buFont typeface="Montserrat Medium"/>
              <a:buChar char="●"/>
            </a:pPr>
            <a:r>
              <a:rPr i="0" lang="az-Latn-AZ" sz="1000" u="none" cap="none" strike="noStrike">
                <a:solidFill>
                  <a:schemeClr val="dk2"/>
                </a:solidFill>
                <a:latin typeface="Montserrat Medium"/>
                <a:ea typeface="Montserrat Medium"/>
                <a:cs typeface="Montserrat Medium"/>
                <a:sym typeface="Montserrat Medium"/>
              </a:rPr>
              <a:t>TensorFlow &amp; Keras: GPU istifadə edərək sürətli dərin öyrənmə əməliyyatları üçün.</a:t>
            </a:r>
            <a:endParaRPr i="0" sz="1000" u="none" cap="none" strike="noStrike">
              <a:solidFill>
                <a:schemeClr val="dk2"/>
              </a:solidFill>
              <a:latin typeface="Montserrat Medium"/>
              <a:ea typeface="Montserrat Medium"/>
              <a:cs typeface="Montserrat Medium"/>
              <a:sym typeface="Montserrat Medium"/>
            </a:endParaRPr>
          </a:p>
          <a:p>
            <a:pPr indent="-292100" lvl="0" marL="457200" marR="0" rtl="0" algn="l">
              <a:lnSpc>
                <a:spcPct val="100000"/>
              </a:lnSpc>
              <a:spcBef>
                <a:spcPts val="0"/>
              </a:spcBef>
              <a:spcAft>
                <a:spcPts val="0"/>
              </a:spcAft>
              <a:buClr>
                <a:schemeClr val="dk2"/>
              </a:buClr>
              <a:buSzPts val="1000"/>
              <a:buFont typeface="Montserrat Medium"/>
              <a:buChar char="●"/>
            </a:pPr>
            <a:r>
              <a:rPr i="0" lang="az-Latn-AZ" sz="1000" u="none" cap="none" strike="noStrike">
                <a:solidFill>
                  <a:schemeClr val="dk2"/>
                </a:solidFill>
                <a:latin typeface="Montserrat Medium"/>
                <a:ea typeface="Montserrat Medium"/>
                <a:cs typeface="Montserrat Medium"/>
                <a:sym typeface="Montserrat Medium"/>
              </a:rPr>
              <a:t>Playsound: Səs fayllarını oxutmaq üçün.</a:t>
            </a:r>
            <a:endParaRPr i="0" sz="1000" u="none" cap="none" strike="noStrike">
              <a:solidFill>
                <a:schemeClr val="dk2"/>
              </a:solidFill>
              <a:latin typeface="Montserrat Medium"/>
              <a:ea typeface="Montserrat Medium"/>
              <a:cs typeface="Montserrat Medium"/>
              <a:sym typeface="Montserrat Medium"/>
            </a:endParaRPr>
          </a:p>
          <a:p>
            <a:pPr indent="-292100" lvl="0" marL="457200" marR="0" rtl="0" algn="l">
              <a:lnSpc>
                <a:spcPct val="100000"/>
              </a:lnSpc>
              <a:spcBef>
                <a:spcPts val="0"/>
              </a:spcBef>
              <a:spcAft>
                <a:spcPts val="0"/>
              </a:spcAft>
              <a:buClr>
                <a:schemeClr val="dk2"/>
              </a:buClr>
              <a:buSzPts val="1000"/>
              <a:buFont typeface="Montserrat Medium"/>
              <a:buChar char="●"/>
            </a:pPr>
            <a:r>
              <a:rPr i="0" lang="az-Latn-AZ" sz="1000" u="none" cap="none" strike="noStrike">
                <a:solidFill>
                  <a:schemeClr val="dk2"/>
                </a:solidFill>
                <a:latin typeface="Montserrat Medium"/>
                <a:ea typeface="Montserrat Medium"/>
                <a:cs typeface="Montserrat Medium"/>
                <a:sym typeface="Montserrat Medium"/>
              </a:rPr>
              <a:t>CustomTkinter: Modern və istifadəsi rahat istifadəçi interfeysi üçün.</a:t>
            </a:r>
            <a:endParaRPr i="0" sz="1000" u="none" cap="none" strike="noStrike">
              <a:solidFill>
                <a:schemeClr val="dk2"/>
              </a:solidFill>
              <a:latin typeface="Montserrat Medium"/>
              <a:ea typeface="Montserrat Medium"/>
              <a:cs typeface="Montserrat Medium"/>
              <a:sym typeface="Montserrat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7"/>
          <p:cNvSpPr txBox="1"/>
          <p:nvPr>
            <p:ph type="title"/>
          </p:nvPr>
        </p:nvSpPr>
        <p:spPr>
          <a:xfrm>
            <a:off x="-53854" y="295928"/>
            <a:ext cx="5835900" cy="1291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9000"/>
              <a:buFont typeface="Vidaloka"/>
              <a:buNone/>
            </a:pPr>
            <a:r>
              <a:rPr b="1" i="0" lang="az-Latn-AZ" sz="6000" u="none" cap="none" strike="noStrike">
                <a:solidFill>
                  <a:schemeClr val="dk1"/>
                </a:solidFill>
                <a:latin typeface="Montserrat"/>
                <a:ea typeface="Montserrat"/>
                <a:cs typeface="Montserrat"/>
                <a:sym typeface="Montserrat"/>
              </a:rPr>
              <a:t>Təhlükəsizlik!</a:t>
            </a:r>
            <a:endParaRPr b="1" i="0" sz="6000" u="none" cap="none" strike="noStrike">
              <a:solidFill>
                <a:schemeClr val="dk1"/>
              </a:solidFill>
              <a:latin typeface="Montserrat"/>
              <a:ea typeface="Montserrat"/>
              <a:cs typeface="Montserrat"/>
              <a:sym typeface="Montserrat"/>
            </a:endParaRPr>
          </a:p>
        </p:txBody>
      </p:sp>
      <p:pic>
        <p:nvPicPr>
          <p:cNvPr id="105" name="Google Shape;105;p17"/>
          <p:cNvPicPr preferRelativeResize="0"/>
          <p:nvPr/>
        </p:nvPicPr>
        <p:blipFill rotWithShape="1">
          <a:blip r:embed="rId3">
            <a:alphaModFix/>
          </a:blip>
          <a:srcRect b="0" l="0" r="0" t="0"/>
          <a:stretch/>
        </p:blipFill>
        <p:spPr>
          <a:xfrm>
            <a:off x="5728190" y="1587118"/>
            <a:ext cx="3400062" cy="2353853"/>
          </a:xfrm>
          <a:prstGeom prst="rect">
            <a:avLst/>
          </a:prstGeom>
          <a:noFill/>
          <a:ln>
            <a:noFill/>
          </a:ln>
        </p:spPr>
      </p:pic>
      <p:sp>
        <p:nvSpPr>
          <p:cNvPr id="106" name="Google Shape;106;p17"/>
          <p:cNvSpPr txBox="1"/>
          <p:nvPr/>
        </p:nvSpPr>
        <p:spPr>
          <a:xfrm>
            <a:off x="0" y="1417525"/>
            <a:ext cx="5728200" cy="2893800"/>
          </a:xfrm>
          <a:prstGeom prst="rect">
            <a:avLst/>
          </a:prstGeom>
          <a:noFill/>
          <a:ln>
            <a:noFill/>
          </a:ln>
        </p:spPr>
        <p:txBody>
          <a:bodyPr anchorCtr="0" anchor="t" bIns="45700" lIns="91425" spcFirstLastPara="1" rIns="91425" wrap="square" tIns="45700">
            <a:spAutoFit/>
          </a:bodyPr>
          <a:lstStyle/>
          <a:p>
            <a:pPr indent="-214420" lvl="0" marL="354120" marR="0" rtl="0" algn="l">
              <a:lnSpc>
                <a:spcPct val="100000"/>
              </a:lnSpc>
              <a:spcBef>
                <a:spcPts val="0"/>
              </a:spcBef>
              <a:spcAft>
                <a:spcPts val="0"/>
              </a:spcAft>
              <a:buClr>
                <a:schemeClr val="dk2"/>
              </a:buClr>
              <a:buSzPts val="1400"/>
              <a:buFont typeface="Montserrat Medium"/>
              <a:buChar char="•"/>
            </a:pPr>
            <a:r>
              <a:rPr i="0" lang="az-Latn-AZ" u="none" cap="none" strike="noStrike">
                <a:solidFill>
                  <a:schemeClr val="dk2"/>
                </a:solidFill>
                <a:latin typeface="Montserrat Medium"/>
                <a:ea typeface="Montserrat Medium"/>
                <a:cs typeface="Montserrat Medium"/>
                <a:sym typeface="Montserrat Medium"/>
              </a:rPr>
              <a:t>Sistem məktəbin təhlükəsizlik kameralarına inteqrasiya olunduqda, kameralar vasitəsilə məktəbə daxil olan və məktəbə gəlməyən bütün şagirdləri avtomatik şəkildə tanıyır. Tanıma prosesi süni intellekt əsaslı üz tanıma texnologiyası ilə həyata keçirilir və bu sistem insan səhvinə yol vermədən 100% dəqiqliklə işləyir. Hər günün sonunda sistem bu məlumatları analiz edərək, kimlərin məktəbə gəldiyini, kimlərin gəlmədiyini və gəliş saatlarını qeyd edir. Toplanmış bütün məlumatlar avtomatik şəkildə Excel faylı formatında hazırlanır və məktəb direktorunun kompüterinə ötürülür. Direktor bu faylı açaraq, hər bir şagirdin davamiyyətini rahatlıqla izləyə, gün, həftə və ya ay üzrə hesabatlar əldə edə bilər.</a:t>
            </a:r>
            <a:endParaRPr i="0" u="none" cap="none" strike="noStrike">
              <a:solidFill>
                <a:srgbClr val="000000"/>
              </a:solidFill>
              <a:latin typeface="Montserrat Medium"/>
              <a:ea typeface="Montserrat Medium"/>
              <a:cs typeface="Montserrat Medium"/>
              <a:sym typeface="Montserrat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8"/>
          <p:cNvSpPr txBox="1"/>
          <p:nvPr>
            <p:ph type="ctrTitle"/>
          </p:nvPr>
        </p:nvSpPr>
        <p:spPr>
          <a:xfrm>
            <a:off x="1039973" y="1818835"/>
            <a:ext cx="7064100" cy="2052600"/>
          </a:xfrm>
          <a:prstGeom prst="rect">
            <a:avLst/>
          </a:prstGeom>
          <a:noFill/>
          <a:ln>
            <a:noFill/>
          </a:ln>
        </p:spPr>
        <p:txBody>
          <a:bodyPr anchorCtr="0" anchor="b" bIns="91400" lIns="91400" spcFirstLastPara="1" rIns="91400" wrap="square" tIns="91400">
            <a:noAutofit/>
          </a:bodyPr>
          <a:lstStyle/>
          <a:p>
            <a:pPr indent="0" lvl="0" marL="0" marR="0" rtl="0" algn="ctr">
              <a:lnSpc>
                <a:spcPct val="100000"/>
              </a:lnSpc>
              <a:spcBef>
                <a:spcPts val="0"/>
              </a:spcBef>
              <a:spcAft>
                <a:spcPts val="0"/>
              </a:spcAft>
              <a:buClr>
                <a:schemeClr val="dk1"/>
              </a:buClr>
              <a:buSzPts val="5200"/>
              <a:buFont typeface="Vidaloka"/>
              <a:buNone/>
            </a:pPr>
            <a:r>
              <a:rPr b="1" i="0" lang="az-Latn-AZ" sz="6500" u="none" cap="none" strike="noStrike">
                <a:solidFill>
                  <a:schemeClr val="dk1"/>
                </a:solidFill>
                <a:latin typeface="Montserrat"/>
                <a:ea typeface="Montserrat"/>
                <a:cs typeface="Montserrat"/>
                <a:sym typeface="Montserrat"/>
              </a:rPr>
              <a:t>Slaydın sonu</a:t>
            </a:r>
            <a:endParaRPr b="1" i="0" sz="6500" u="none" cap="none" strike="noStrike">
              <a:solidFill>
                <a:schemeClr val="dk1"/>
              </a:solidFill>
              <a:latin typeface="Montserrat"/>
              <a:ea typeface="Montserrat"/>
              <a:cs typeface="Montserrat"/>
              <a:sym typeface="Montserrat"/>
            </a:endParaRPr>
          </a:p>
          <a:p>
            <a:pPr indent="0" lvl="0" marL="0" rtl="0" algn="ctr">
              <a:lnSpc>
                <a:spcPct val="100000"/>
              </a:lnSpc>
              <a:spcBef>
                <a:spcPts val="0"/>
              </a:spcBef>
              <a:spcAft>
                <a:spcPts val="0"/>
              </a:spcAft>
              <a:buSzPts val="5200"/>
              <a:buNone/>
            </a:pPr>
            <a:r>
              <a:t/>
            </a:r>
            <a:endParaRPr b="1">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